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CE56"/>
    <a:srgbClr val="59B4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AB57C-8A66-4E1D-A357-6449AB425D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837EA-E157-4FA4-AB93-BE6F622F27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isḷidé"/>
          <p:cNvGrpSpPr/>
          <p:nvPr userDrawn="1"/>
        </p:nvGrpSpPr>
        <p:grpSpPr>
          <a:xfrm flipH="1">
            <a:off x="1140660" y="4191481"/>
            <a:ext cx="2807116" cy="1456619"/>
            <a:chOff x="107951" y="2128838"/>
            <a:chExt cx="6645275" cy="3994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6" name="íŝḻïḓè"/>
            <p:cNvSpPr/>
            <p:nvPr/>
          </p:nvSpPr>
          <p:spPr bwMode="auto">
            <a:xfrm>
              <a:off x="1074738" y="3060700"/>
              <a:ext cx="844550" cy="3062288"/>
            </a:xfrm>
            <a:custGeom>
              <a:avLst/>
              <a:gdLst>
                <a:gd name="T0" fmla="*/ 0 w 532"/>
                <a:gd name="T1" fmla="*/ 355 h 1929"/>
                <a:gd name="T2" fmla="*/ 0 w 532"/>
                <a:gd name="T3" fmla="*/ 1929 h 1929"/>
                <a:gd name="T4" fmla="*/ 532 w 532"/>
                <a:gd name="T5" fmla="*/ 1929 h 1929"/>
                <a:gd name="T6" fmla="*/ 532 w 532"/>
                <a:gd name="T7" fmla="*/ 0 h 1929"/>
                <a:gd name="T8" fmla="*/ 0 w 532"/>
                <a:gd name="T9" fmla="*/ 355 h 1929"/>
                <a:gd name="T10" fmla="*/ 69 w 532"/>
                <a:gd name="T11" fmla="*/ 1502 h 1929"/>
                <a:gd name="T12" fmla="*/ 462 w 532"/>
                <a:gd name="T13" fmla="*/ 1502 h 1929"/>
                <a:gd name="T14" fmla="*/ 462 w 532"/>
                <a:gd name="T15" fmla="*/ 1543 h 1929"/>
                <a:gd name="T16" fmla="*/ 69 w 532"/>
                <a:gd name="T17" fmla="*/ 1543 h 1929"/>
                <a:gd name="T18" fmla="*/ 69 w 532"/>
                <a:gd name="T19" fmla="*/ 1502 h 1929"/>
                <a:gd name="T20" fmla="*/ 69 w 532"/>
                <a:gd name="T21" fmla="*/ 1387 h 1929"/>
                <a:gd name="T22" fmla="*/ 462 w 532"/>
                <a:gd name="T23" fmla="*/ 1387 h 1929"/>
                <a:gd name="T24" fmla="*/ 462 w 532"/>
                <a:gd name="T25" fmla="*/ 1428 h 1929"/>
                <a:gd name="T26" fmla="*/ 69 w 532"/>
                <a:gd name="T27" fmla="*/ 1428 h 1929"/>
                <a:gd name="T28" fmla="*/ 69 w 532"/>
                <a:gd name="T29" fmla="*/ 1387 h 1929"/>
                <a:gd name="T30" fmla="*/ 69 w 532"/>
                <a:gd name="T31" fmla="*/ 1272 h 1929"/>
                <a:gd name="T32" fmla="*/ 462 w 532"/>
                <a:gd name="T33" fmla="*/ 1272 h 1929"/>
                <a:gd name="T34" fmla="*/ 462 w 532"/>
                <a:gd name="T35" fmla="*/ 1315 h 1929"/>
                <a:gd name="T36" fmla="*/ 69 w 532"/>
                <a:gd name="T37" fmla="*/ 1315 h 1929"/>
                <a:gd name="T38" fmla="*/ 69 w 532"/>
                <a:gd name="T39" fmla="*/ 1272 h 1929"/>
                <a:gd name="T40" fmla="*/ 69 w 532"/>
                <a:gd name="T41" fmla="*/ 1157 h 1929"/>
                <a:gd name="T42" fmla="*/ 462 w 532"/>
                <a:gd name="T43" fmla="*/ 1157 h 1929"/>
                <a:gd name="T44" fmla="*/ 462 w 532"/>
                <a:gd name="T45" fmla="*/ 1200 h 1929"/>
                <a:gd name="T46" fmla="*/ 69 w 532"/>
                <a:gd name="T47" fmla="*/ 1200 h 1929"/>
                <a:gd name="T48" fmla="*/ 69 w 532"/>
                <a:gd name="T49" fmla="*/ 1157 h 1929"/>
                <a:gd name="T50" fmla="*/ 69 w 532"/>
                <a:gd name="T51" fmla="*/ 1044 h 1929"/>
                <a:gd name="T52" fmla="*/ 462 w 532"/>
                <a:gd name="T53" fmla="*/ 1044 h 1929"/>
                <a:gd name="T54" fmla="*/ 462 w 532"/>
                <a:gd name="T55" fmla="*/ 1085 h 1929"/>
                <a:gd name="T56" fmla="*/ 69 w 532"/>
                <a:gd name="T57" fmla="*/ 1085 h 1929"/>
                <a:gd name="T58" fmla="*/ 69 w 532"/>
                <a:gd name="T59" fmla="*/ 1044 h 1929"/>
                <a:gd name="T60" fmla="*/ 69 w 532"/>
                <a:gd name="T61" fmla="*/ 929 h 1929"/>
                <a:gd name="T62" fmla="*/ 462 w 532"/>
                <a:gd name="T63" fmla="*/ 929 h 1929"/>
                <a:gd name="T64" fmla="*/ 462 w 532"/>
                <a:gd name="T65" fmla="*/ 969 h 1929"/>
                <a:gd name="T66" fmla="*/ 69 w 532"/>
                <a:gd name="T67" fmla="*/ 969 h 1929"/>
                <a:gd name="T68" fmla="*/ 69 w 532"/>
                <a:gd name="T69" fmla="*/ 929 h 1929"/>
                <a:gd name="T70" fmla="*/ 69 w 532"/>
                <a:gd name="T71" fmla="*/ 814 h 1929"/>
                <a:gd name="T72" fmla="*/ 462 w 532"/>
                <a:gd name="T73" fmla="*/ 814 h 1929"/>
                <a:gd name="T74" fmla="*/ 462 w 532"/>
                <a:gd name="T75" fmla="*/ 854 h 1929"/>
                <a:gd name="T76" fmla="*/ 69 w 532"/>
                <a:gd name="T77" fmla="*/ 854 h 1929"/>
                <a:gd name="T78" fmla="*/ 69 w 532"/>
                <a:gd name="T79" fmla="*/ 814 h 1929"/>
                <a:gd name="T80" fmla="*/ 69 w 532"/>
                <a:gd name="T81" fmla="*/ 698 h 1929"/>
                <a:gd name="T82" fmla="*/ 462 w 532"/>
                <a:gd name="T83" fmla="*/ 698 h 1929"/>
                <a:gd name="T84" fmla="*/ 462 w 532"/>
                <a:gd name="T85" fmla="*/ 739 h 1929"/>
                <a:gd name="T86" fmla="*/ 69 w 532"/>
                <a:gd name="T87" fmla="*/ 739 h 1929"/>
                <a:gd name="T88" fmla="*/ 69 w 532"/>
                <a:gd name="T89" fmla="*/ 698 h 1929"/>
                <a:gd name="T90" fmla="*/ 69 w 532"/>
                <a:gd name="T91" fmla="*/ 583 h 1929"/>
                <a:gd name="T92" fmla="*/ 462 w 532"/>
                <a:gd name="T93" fmla="*/ 583 h 1929"/>
                <a:gd name="T94" fmla="*/ 462 w 532"/>
                <a:gd name="T95" fmla="*/ 626 h 1929"/>
                <a:gd name="T96" fmla="*/ 69 w 532"/>
                <a:gd name="T97" fmla="*/ 626 h 1929"/>
                <a:gd name="T98" fmla="*/ 69 w 532"/>
                <a:gd name="T99" fmla="*/ 583 h 1929"/>
                <a:gd name="T100" fmla="*/ 69 w 532"/>
                <a:gd name="T101" fmla="*/ 468 h 1929"/>
                <a:gd name="T102" fmla="*/ 462 w 532"/>
                <a:gd name="T103" fmla="*/ 468 h 1929"/>
                <a:gd name="T104" fmla="*/ 462 w 532"/>
                <a:gd name="T105" fmla="*/ 511 h 1929"/>
                <a:gd name="T106" fmla="*/ 69 w 532"/>
                <a:gd name="T107" fmla="*/ 511 h 1929"/>
                <a:gd name="T108" fmla="*/ 69 w 532"/>
                <a:gd name="T109" fmla="*/ 468 h 1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32" h="1929">
                  <a:moveTo>
                    <a:pt x="0" y="355"/>
                  </a:moveTo>
                  <a:lnTo>
                    <a:pt x="0" y="1929"/>
                  </a:lnTo>
                  <a:lnTo>
                    <a:pt x="532" y="1929"/>
                  </a:lnTo>
                  <a:lnTo>
                    <a:pt x="532" y="0"/>
                  </a:lnTo>
                  <a:lnTo>
                    <a:pt x="0" y="355"/>
                  </a:lnTo>
                  <a:close/>
                  <a:moveTo>
                    <a:pt x="69" y="1502"/>
                  </a:moveTo>
                  <a:lnTo>
                    <a:pt x="462" y="1502"/>
                  </a:lnTo>
                  <a:lnTo>
                    <a:pt x="462" y="1543"/>
                  </a:lnTo>
                  <a:lnTo>
                    <a:pt x="69" y="1543"/>
                  </a:lnTo>
                  <a:lnTo>
                    <a:pt x="69" y="1502"/>
                  </a:lnTo>
                  <a:close/>
                  <a:moveTo>
                    <a:pt x="69" y="1387"/>
                  </a:moveTo>
                  <a:lnTo>
                    <a:pt x="462" y="1387"/>
                  </a:lnTo>
                  <a:lnTo>
                    <a:pt x="462" y="1428"/>
                  </a:lnTo>
                  <a:lnTo>
                    <a:pt x="69" y="1428"/>
                  </a:lnTo>
                  <a:lnTo>
                    <a:pt x="69" y="1387"/>
                  </a:lnTo>
                  <a:close/>
                  <a:moveTo>
                    <a:pt x="69" y="1272"/>
                  </a:moveTo>
                  <a:lnTo>
                    <a:pt x="462" y="1272"/>
                  </a:lnTo>
                  <a:lnTo>
                    <a:pt x="462" y="1315"/>
                  </a:lnTo>
                  <a:lnTo>
                    <a:pt x="69" y="1315"/>
                  </a:lnTo>
                  <a:lnTo>
                    <a:pt x="69" y="1272"/>
                  </a:lnTo>
                  <a:close/>
                  <a:moveTo>
                    <a:pt x="69" y="1157"/>
                  </a:moveTo>
                  <a:lnTo>
                    <a:pt x="462" y="1157"/>
                  </a:lnTo>
                  <a:lnTo>
                    <a:pt x="462" y="1200"/>
                  </a:lnTo>
                  <a:lnTo>
                    <a:pt x="69" y="1200"/>
                  </a:lnTo>
                  <a:lnTo>
                    <a:pt x="69" y="1157"/>
                  </a:lnTo>
                  <a:close/>
                  <a:moveTo>
                    <a:pt x="69" y="1044"/>
                  </a:moveTo>
                  <a:lnTo>
                    <a:pt x="462" y="1044"/>
                  </a:lnTo>
                  <a:lnTo>
                    <a:pt x="462" y="1085"/>
                  </a:lnTo>
                  <a:lnTo>
                    <a:pt x="69" y="1085"/>
                  </a:lnTo>
                  <a:lnTo>
                    <a:pt x="69" y="1044"/>
                  </a:lnTo>
                  <a:close/>
                  <a:moveTo>
                    <a:pt x="69" y="929"/>
                  </a:moveTo>
                  <a:lnTo>
                    <a:pt x="462" y="929"/>
                  </a:lnTo>
                  <a:lnTo>
                    <a:pt x="462" y="969"/>
                  </a:lnTo>
                  <a:lnTo>
                    <a:pt x="69" y="969"/>
                  </a:lnTo>
                  <a:lnTo>
                    <a:pt x="69" y="929"/>
                  </a:lnTo>
                  <a:close/>
                  <a:moveTo>
                    <a:pt x="69" y="814"/>
                  </a:moveTo>
                  <a:lnTo>
                    <a:pt x="462" y="814"/>
                  </a:lnTo>
                  <a:lnTo>
                    <a:pt x="462" y="854"/>
                  </a:lnTo>
                  <a:lnTo>
                    <a:pt x="69" y="854"/>
                  </a:lnTo>
                  <a:lnTo>
                    <a:pt x="69" y="814"/>
                  </a:lnTo>
                  <a:close/>
                  <a:moveTo>
                    <a:pt x="69" y="698"/>
                  </a:moveTo>
                  <a:lnTo>
                    <a:pt x="462" y="698"/>
                  </a:lnTo>
                  <a:lnTo>
                    <a:pt x="462" y="739"/>
                  </a:lnTo>
                  <a:lnTo>
                    <a:pt x="69" y="739"/>
                  </a:lnTo>
                  <a:lnTo>
                    <a:pt x="69" y="698"/>
                  </a:lnTo>
                  <a:close/>
                  <a:moveTo>
                    <a:pt x="69" y="583"/>
                  </a:moveTo>
                  <a:lnTo>
                    <a:pt x="462" y="583"/>
                  </a:lnTo>
                  <a:lnTo>
                    <a:pt x="462" y="626"/>
                  </a:lnTo>
                  <a:lnTo>
                    <a:pt x="69" y="626"/>
                  </a:lnTo>
                  <a:lnTo>
                    <a:pt x="69" y="583"/>
                  </a:lnTo>
                  <a:close/>
                  <a:moveTo>
                    <a:pt x="69" y="468"/>
                  </a:moveTo>
                  <a:lnTo>
                    <a:pt x="462" y="468"/>
                  </a:lnTo>
                  <a:lnTo>
                    <a:pt x="462" y="511"/>
                  </a:lnTo>
                  <a:lnTo>
                    <a:pt x="69" y="511"/>
                  </a:lnTo>
                  <a:lnTo>
                    <a:pt x="69" y="4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7" name="iŝļïďe"/>
            <p:cNvSpPr/>
            <p:nvPr/>
          </p:nvSpPr>
          <p:spPr bwMode="auto">
            <a:xfrm>
              <a:off x="107951" y="3571875"/>
              <a:ext cx="844550" cy="2551113"/>
            </a:xfrm>
            <a:custGeom>
              <a:avLst/>
              <a:gdLst>
                <a:gd name="T0" fmla="*/ 0 w 532"/>
                <a:gd name="T1" fmla="*/ 314 h 1607"/>
                <a:gd name="T2" fmla="*/ 0 w 532"/>
                <a:gd name="T3" fmla="*/ 1607 h 1607"/>
                <a:gd name="T4" fmla="*/ 532 w 532"/>
                <a:gd name="T5" fmla="*/ 1607 h 1607"/>
                <a:gd name="T6" fmla="*/ 532 w 532"/>
                <a:gd name="T7" fmla="*/ 314 h 1607"/>
                <a:gd name="T8" fmla="*/ 347 w 532"/>
                <a:gd name="T9" fmla="*/ 314 h 1607"/>
                <a:gd name="T10" fmla="*/ 347 w 532"/>
                <a:gd name="T11" fmla="*/ 192 h 1607"/>
                <a:gd name="T12" fmla="*/ 242 w 532"/>
                <a:gd name="T13" fmla="*/ 192 h 1607"/>
                <a:gd name="T14" fmla="*/ 242 w 532"/>
                <a:gd name="T15" fmla="*/ 314 h 1607"/>
                <a:gd name="T16" fmla="*/ 163 w 532"/>
                <a:gd name="T17" fmla="*/ 314 h 1607"/>
                <a:gd name="T18" fmla="*/ 163 w 532"/>
                <a:gd name="T19" fmla="*/ 0 h 1607"/>
                <a:gd name="T20" fmla="*/ 55 w 532"/>
                <a:gd name="T21" fmla="*/ 0 h 1607"/>
                <a:gd name="T22" fmla="*/ 55 w 532"/>
                <a:gd name="T23" fmla="*/ 314 h 1607"/>
                <a:gd name="T24" fmla="*/ 0 w 532"/>
                <a:gd name="T25" fmla="*/ 314 h 1607"/>
                <a:gd name="T26" fmla="*/ 335 w 532"/>
                <a:gd name="T27" fmla="*/ 1226 h 1607"/>
                <a:gd name="T28" fmla="*/ 438 w 532"/>
                <a:gd name="T29" fmla="*/ 1226 h 1607"/>
                <a:gd name="T30" fmla="*/ 438 w 532"/>
                <a:gd name="T31" fmla="*/ 1329 h 1607"/>
                <a:gd name="T32" fmla="*/ 335 w 532"/>
                <a:gd name="T33" fmla="*/ 1329 h 1607"/>
                <a:gd name="T34" fmla="*/ 335 w 532"/>
                <a:gd name="T35" fmla="*/ 1226 h 1607"/>
                <a:gd name="T36" fmla="*/ 335 w 532"/>
                <a:gd name="T37" fmla="*/ 1034 h 1607"/>
                <a:gd name="T38" fmla="*/ 438 w 532"/>
                <a:gd name="T39" fmla="*/ 1034 h 1607"/>
                <a:gd name="T40" fmla="*/ 438 w 532"/>
                <a:gd name="T41" fmla="*/ 1137 h 1607"/>
                <a:gd name="T42" fmla="*/ 335 w 532"/>
                <a:gd name="T43" fmla="*/ 1137 h 1607"/>
                <a:gd name="T44" fmla="*/ 335 w 532"/>
                <a:gd name="T45" fmla="*/ 1034 h 1607"/>
                <a:gd name="T46" fmla="*/ 335 w 532"/>
                <a:gd name="T47" fmla="*/ 842 h 1607"/>
                <a:gd name="T48" fmla="*/ 438 w 532"/>
                <a:gd name="T49" fmla="*/ 842 h 1607"/>
                <a:gd name="T50" fmla="*/ 438 w 532"/>
                <a:gd name="T51" fmla="*/ 947 h 1607"/>
                <a:gd name="T52" fmla="*/ 335 w 532"/>
                <a:gd name="T53" fmla="*/ 947 h 1607"/>
                <a:gd name="T54" fmla="*/ 335 w 532"/>
                <a:gd name="T55" fmla="*/ 842 h 1607"/>
                <a:gd name="T56" fmla="*/ 335 w 532"/>
                <a:gd name="T57" fmla="*/ 652 h 1607"/>
                <a:gd name="T58" fmla="*/ 438 w 532"/>
                <a:gd name="T59" fmla="*/ 652 h 1607"/>
                <a:gd name="T60" fmla="*/ 438 w 532"/>
                <a:gd name="T61" fmla="*/ 755 h 1607"/>
                <a:gd name="T62" fmla="*/ 335 w 532"/>
                <a:gd name="T63" fmla="*/ 755 h 1607"/>
                <a:gd name="T64" fmla="*/ 335 w 532"/>
                <a:gd name="T65" fmla="*/ 652 h 1607"/>
                <a:gd name="T66" fmla="*/ 335 w 532"/>
                <a:gd name="T67" fmla="*/ 460 h 1607"/>
                <a:gd name="T68" fmla="*/ 438 w 532"/>
                <a:gd name="T69" fmla="*/ 460 h 1607"/>
                <a:gd name="T70" fmla="*/ 438 w 532"/>
                <a:gd name="T71" fmla="*/ 566 h 1607"/>
                <a:gd name="T72" fmla="*/ 335 w 532"/>
                <a:gd name="T73" fmla="*/ 566 h 1607"/>
                <a:gd name="T74" fmla="*/ 335 w 532"/>
                <a:gd name="T75" fmla="*/ 460 h 1607"/>
                <a:gd name="T76" fmla="*/ 93 w 532"/>
                <a:gd name="T77" fmla="*/ 1226 h 1607"/>
                <a:gd name="T78" fmla="*/ 196 w 532"/>
                <a:gd name="T79" fmla="*/ 1226 h 1607"/>
                <a:gd name="T80" fmla="*/ 196 w 532"/>
                <a:gd name="T81" fmla="*/ 1329 h 1607"/>
                <a:gd name="T82" fmla="*/ 93 w 532"/>
                <a:gd name="T83" fmla="*/ 1329 h 1607"/>
                <a:gd name="T84" fmla="*/ 93 w 532"/>
                <a:gd name="T85" fmla="*/ 1226 h 1607"/>
                <a:gd name="T86" fmla="*/ 93 w 532"/>
                <a:gd name="T87" fmla="*/ 1034 h 1607"/>
                <a:gd name="T88" fmla="*/ 196 w 532"/>
                <a:gd name="T89" fmla="*/ 1034 h 1607"/>
                <a:gd name="T90" fmla="*/ 196 w 532"/>
                <a:gd name="T91" fmla="*/ 1137 h 1607"/>
                <a:gd name="T92" fmla="*/ 93 w 532"/>
                <a:gd name="T93" fmla="*/ 1137 h 1607"/>
                <a:gd name="T94" fmla="*/ 93 w 532"/>
                <a:gd name="T95" fmla="*/ 1034 h 1607"/>
                <a:gd name="T96" fmla="*/ 93 w 532"/>
                <a:gd name="T97" fmla="*/ 842 h 1607"/>
                <a:gd name="T98" fmla="*/ 196 w 532"/>
                <a:gd name="T99" fmla="*/ 842 h 1607"/>
                <a:gd name="T100" fmla="*/ 196 w 532"/>
                <a:gd name="T101" fmla="*/ 947 h 1607"/>
                <a:gd name="T102" fmla="*/ 93 w 532"/>
                <a:gd name="T103" fmla="*/ 947 h 1607"/>
                <a:gd name="T104" fmla="*/ 93 w 532"/>
                <a:gd name="T105" fmla="*/ 842 h 1607"/>
                <a:gd name="T106" fmla="*/ 93 w 532"/>
                <a:gd name="T107" fmla="*/ 652 h 1607"/>
                <a:gd name="T108" fmla="*/ 196 w 532"/>
                <a:gd name="T109" fmla="*/ 652 h 1607"/>
                <a:gd name="T110" fmla="*/ 196 w 532"/>
                <a:gd name="T111" fmla="*/ 755 h 1607"/>
                <a:gd name="T112" fmla="*/ 93 w 532"/>
                <a:gd name="T113" fmla="*/ 755 h 1607"/>
                <a:gd name="T114" fmla="*/ 93 w 532"/>
                <a:gd name="T115" fmla="*/ 652 h 1607"/>
                <a:gd name="T116" fmla="*/ 93 w 532"/>
                <a:gd name="T117" fmla="*/ 460 h 1607"/>
                <a:gd name="T118" fmla="*/ 196 w 532"/>
                <a:gd name="T119" fmla="*/ 460 h 1607"/>
                <a:gd name="T120" fmla="*/ 196 w 532"/>
                <a:gd name="T121" fmla="*/ 566 h 1607"/>
                <a:gd name="T122" fmla="*/ 93 w 532"/>
                <a:gd name="T123" fmla="*/ 566 h 1607"/>
                <a:gd name="T124" fmla="*/ 93 w 532"/>
                <a:gd name="T125" fmla="*/ 460 h 1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32" h="1607">
                  <a:moveTo>
                    <a:pt x="0" y="314"/>
                  </a:moveTo>
                  <a:lnTo>
                    <a:pt x="0" y="1607"/>
                  </a:lnTo>
                  <a:lnTo>
                    <a:pt x="532" y="1607"/>
                  </a:lnTo>
                  <a:lnTo>
                    <a:pt x="532" y="314"/>
                  </a:lnTo>
                  <a:lnTo>
                    <a:pt x="347" y="314"/>
                  </a:lnTo>
                  <a:lnTo>
                    <a:pt x="347" y="192"/>
                  </a:lnTo>
                  <a:lnTo>
                    <a:pt x="242" y="192"/>
                  </a:lnTo>
                  <a:lnTo>
                    <a:pt x="242" y="314"/>
                  </a:lnTo>
                  <a:lnTo>
                    <a:pt x="163" y="314"/>
                  </a:lnTo>
                  <a:lnTo>
                    <a:pt x="163" y="0"/>
                  </a:lnTo>
                  <a:lnTo>
                    <a:pt x="55" y="0"/>
                  </a:lnTo>
                  <a:lnTo>
                    <a:pt x="55" y="314"/>
                  </a:lnTo>
                  <a:lnTo>
                    <a:pt x="0" y="314"/>
                  </a:lnTo>
                  <a:close/>
                  <a:moveTo>
                    <a:pt x="335" y="1226"/>
                  </a:moveTo>
                  <a:lnTo>
                    <a:pt x="438" y="1226"/>
                  </a:lnTo>
                  <a:lnTo>
                    <a:pt x="438" y="1329"/>
                  </a:lnTo>
                  <a:lnTo>
                    <a:pt x="335" y="1329"/>
                  </a:lnTo>
                  <a:lnTo>
                    <a:pt x="335" y="1226"/>
                  </a:lnTo>
                  <a:close/>
                  <a:moveTo>
                    <a:pt x="335" y="1034"/>
                  </a:moveTo>
                  <a:lnTo>
                    <a:pt x="438" y="1034"/>
                  </a:lnTo>
                  <a:lnTo>
                    <a:pt x="438" y="1137"/>
                  </a:lnTo>
                  <a:lnTo>
                    <a:pt x="335" y="1137"/>
                  </a:lnTo>
                  <a:lnTo>
                    <a:pt x="335" y="1034"/>
                  </a:lnTo>
                  <a:close/>
                  <a:moveTo>
                    <a:pt x="335" y="842"/>
                  </a:moveTo>
                  <a:lnTo>
                    <a:pt x="438" y="842"/>
                  </a:lnTo>
                  <a:lnTo>
                    <a:pt x="438" y="947"/>
                  </a:lnTo>
                  <a:lnTo>
                    <a:pt x="335" y="947"/>
                  </a:lnTo>
                  <a:lnTo>
                    <a:pt x="335" y="842"/>
                  </a:lnTo>
                  <a:close/>
                  <a:moveTo>
                    <a:pt x="335" y="652"/>
                  </a:moveTo>
                  <a:lnTo>
                    <a:pt x="438" y="652"/>
                  </a:lnTo>
                  <a:lnTo>
                    <a:pt x="438" y="755"/>
                  </a:lnTo>
                  <a:lnTo>
                    <a:pt x="335" y="755"/>
                  </a:lnTo>
                  <a:lnTo>
                    <a:pt x="335" y="652"/>
                  </a:lnTo>
                  <a:close/>
                  <a:moveTo>
                    <a:pt x="335" y="460"/>
                  </a:moveTo>
                  <a:lnTo>
                    <a:pt x="438" y="460"/>
                  </a:lnTo>
                  <a:lnTo>
                    <a:pt x="438" y="566"/>
                  </a:lnTo>
                  <a:lnTo>
                    <a:pt x="335" y="566"/>
                  </a:lnTo>
                  <a:lnTo>
                    <a:pt x="335" y="460"/>
                  </a:lnTo>
                  <a:close/>
                  <a:moveTo>
                    <a:pt x="93" y="1226"/>
                  </a:moveTo>
                  <a:lnTo>
                    <a:pt x="196" y="1226"/>
                  </a:lnTo>
                  <a:lnTo>
                    <a:pt x="196" y="1329"/>
                  </a:lnTo>
                  <a:lnTo>
                    <a:pt x="93" y="1329"/>
                  </a:lnTo>
                  <a:lnTo>
                    <a:pt x="93" y="1226"/>
                  </a:lnTo>
                  <a:close/>
                  <a:moveTo>
                    <a:pt x="93" y="1034"/>
                  </a:moveTo>
                  <a:lnTo>
                    <a:pt x="196" y="1034"/>
                  </a:lnTo>
                  <a:lnTo>
                    <a:pt x="196" y="1137"/>
                  </a:lnTo>
                  <a:lnTo>
                    <a:pt x="93" y="1137"/>
                  </a:lnTo>
                  <a:lnTo>
                    <a:pt x="93" y="1034"/>
                  </a:lnTo>
                  <a:close/>
                  <a:moveTo>
                    <a:pt x="93" y="842"/>
                  </a:moveTo>
                  <a:lnTo>
                    <a:pt x="196" y="842"/>
                  </a:lnTo>
                  <a:lnTo>
                    <a:pt x="196" y="947"/>
                  </a:lnTo>
                  <a:lnTo>
                    <a:pt x="93" y="947"/>
                  </a:lnTo>
                  <a:lnTo>
                    <a:pt x="93" y="842"/>
                  </a:lnTo>
                  <a:close/>
                  <a:moveTo>
                    <a:pt x="93" y="652"/>
                  </a:moveTo>
                  <a:lnTo>
                    <a:pt x="196" y="652"/>
                  </a:lnTo>
                  <a:lnTo>
                    <a:pt x="196" y="755"/>
                  </a:lnTo>
                  <a:lnTo>
                    <a:pt x="93" y="755"/>
                  </a:lnTo>
                  <a:lnTo>
                    <a:pt x="93" y="652"/>
                  </a:lnTo>
                  <a:close/>
                  <a:moveTo>
                    <a:pt x="93" y="460"/>
                  </a:moveTo>
                  <a:lnTo>
                    <a:pt x="196" y="460"/>
                  </a:lnTo>
                  <a:lnTo>
                    <a:pt x="196" y="566"/>
                  </a:lnTo>
                  <a:lnTo>
                    <a:pt x="93" y="566"/>
                  </a:lnTo>
                  <a:lnTo>
                    <a:pt x="93" y="4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8" name="işḻîdê"/>
            <p:cNvSpPr/>
            <p:nvPr/>
          </p:nvSpPr>
          <p:spPr bwMode="auto">
            <a:xfrm>
              <a:off x="3008313" y="2128838"/>
              <a:ext cx="844550" cy="3994150"/>
            </a:xfrm>
            <a:custGeom>
              <a:avLst/>
              <a:gdLst>
                <a:gd name="T0" fmla="*/ 0 w 532"/>
                <a:gd name="T1" fmla="*/ 463 h 2516"/>
                <a:gd name="T2" fmla="*/ 0 w 532"/>
                <a:gd name="T3" fmla="*/ 2516 h 2516"/>
                <a:gd name="T4" fmla="*/ 532 w 532"/>
                <a:gd name="T5" fmla="*/ 2516 h 2516"/>
                <a:gd name="T6" fmla="*/ 532 w 532"/>
                <a:gd name="T7" fmla="*/ 463 h 2516"/>
                <a:gd name="T8" fmla="*/ 258 w 532"/>
                <a:gd name="T9" fmla="*/ 0 h 2516"/>
                <a:gd name="T10" fmla="*/ 0 w 532"/>
                <a:gd name="T11" fmla="*/ 463 h 2516"/>
                <a:gd name="T12" fmla="*/ 371 w 532"/>
                <a:gd name="T13" fmla="*/ 1832 h 2516"/>
                <a:gd name="T14" fmla="*/ 443 w 532"/>
                <a:gd name="T15" fmla="*/ 1832 h 2516"/>
                <a:gd name="T16" fmla="*/ 443 w 532"/>
                <a:gd name="T17" fmla="*/ 2139 h 2516"/>
                <a:gd name="T18" fmla="*/ 371 w 532"/>
                <a:gd name="T19" fmla="*/ 2139 h 2516"/>
                <a:gd name="T20" fmla="*/ 371 w 532"/>
                <a:gd name="T21" fmla="*/ 1832 h 2516"/>
                <a:gd name="T22" fmla="*/ 371 w 532"/>
                <a:gd name="T23" fmla="*/ 1432 h 2516"/>
                <a:gd name="T24" fmla="*/ 443 w 532"/>
                <a:gd name="T25" fmla="*/ 1432 h 2516"/>
                <a:gd name="T26" fmla="*/ 443 w 532"/>
                <a:gd name="T27" fmla="*/ 1739 h 2516"/>
                <a:gd name="T28" fmla="*/ 371 w 532"/>
                <a:gd name="T29" fmla="*/ 1739 h 2516"/>
                <a:gd name="T30" fmla="*/ 371 w 532"/>
                <a:gd name="T31" fmla="*/ 1432 h 2516"/>
                <a:gd name="T32" fmla="*/ 371 w 532"/>
                <a:gd name="T33" fmla="*/ 630 h 2516"/>
                <a:gd name="T34" fmla="*/ 443 w 532"/>
                <a:gd name="T35" fmla="*/ 630 h 2516"/>
                <a:gd name="T36" fmla="*/ 443 w 532"/>
                <a:gd name="T37" fmla="*/ 938 h 2516"/>
                <a:gd name="T38" fmla="*/ 371 w 532"/>
                <a:gd name="T39" fmla="*/ 938 h 2516"/>
                <a:gd name="T40" fmla="*/ 371 w 532"/>
                <a:gd name="T41" fmla="*/ 630 h 2516"/>
                <a:gd name="T42" fmla="*/ 230 w 532"/>
                <a:gd name="T43" fmla="*/ 1832 h 2516"/>
                <a:gd name="T44" fmla="*/ 302 w 532"/>
                <a:gd name="T45" fmla="*/ 1832 h 2516"/>
                <a:gd name="T46" fmla="*/ 302 w 532"/>
                <a:gd name="T47" fmla="*/ 2139 h 2516"/>
                <a:gd name="T48" fmla="*/ 230 w 532"/>
                <a:gd name="T49" fmla="*/ 2139 h 2516"/>
                <a:gd name="T50" fmla="*/ 230 w 532"/>
                <a:gd name="T51" fmla="*/ 1832 h 2516"/>
                <a:gd name="T52" fmla="*/ 230 w 532"/>
                <a:gd name="T53" fmla="*/ 1432 h 2516"/>
                <a:gd name="T54" fmla="*/ 302 w 532"/>
                <a:gd name="T55" fmla="*/ 1432 h 2516"/>
                <a:gd name="T56" fmla="*/ 302 w 532"/>
                <a:gd name="T57" fmla="*/ 1739 h 2516"/>
                <a:gd name="T58" fmla="*/ 230 w 532"/>
                <a:gd name="T59" fmla="*/ 1739 h 2516"/>
                <a:gd name="T60" fmla="*/ 230 w 532"/>
                <a:gd name="T61" fmla="*/ 1432 h 2516"/>
                <a:gd name="T62" fmla="*/ 230 w 532"/>
                <a:gd name="T63" fmla="*/ 1031 h 2516"/>
                <a:gd name="T64" fmla="*/ 302 w 532"/>
                <a:gd name="T65" fmla="*/ 1031 h 2516"/>
                <a:gd name="T66" fmla="*/ 302 w 532"/>
                <a:gd name="T67" fmla="*/ 1338 h 2516"/>
                <a:gd name="T68" fmla="*/ 230 w 532"/>
                <a:gd name="T69" fmla="*/ 1338 h 2516"/>
                <a:gd name="T70" fmla="*/ 230 w 532"/>
                <a:gd name="T71" fmla="*/ 1031 h 2516"/>
                <a:gd name="T72" fmla="*/ 230 w 532"/>
                <a:gd name="T73" fmla="*/ 630 h 2516"/>
                <a:gd name="T74" fmla="*/ 302 w 532"/>
                <a:gd name="T75" fmla="*/ 630 h 2516"/>
                <a:gd name="T76" fmla="*/ 302 w 532"/>
                <a:gd name="T77" fmla="*/ 938 h 2516"/>
                <a:gd name="T78" fmla="*/ 230 w 532"/>
                <a:gd name="T79" fmla="*/ 938 h 2516"/>
                <a:gd name="T80" fmla="*/ 230 w 532"/>
                <a:gd name="T81" fmla="*/ 630 h 2516"/>
                <a:gd name="T82" fmla="*/ 88 w 532"/>
                <a:gd name="T83" fmla="*/ 1832 h 2516"/>
                <a:gd name="T84" fmla="*/ 160 w 532"/>
                <a:gd name="T85" fmla="*/ 1832 h 2516"/>
                <a:gd name="T86" fmla="*/ 160 w 532"/>
                <a:gd name="T87" fmla="*/ 2139 h 2516"/>
                <a:gd name="T88" fmla="*/ 88 w 532"/>
                <a:gd name="T89" fmla="*/ 2139 h 2516"/>
                <a:gd name="T90" fmla="*/ 88 w 532"/>
                <a:gd name="T91" fmla="*/ 1832 h 2516"/>
                <a:gd name="T92" fmla="*/ 88 w 532"/>
                <a:gd name="T93" fmla="*/ 1031 h 2516"/>
                <a:gd name="T94" fmla="*/ 160 w 532"/>
                <a:gd name="T95" fmla="*/ 1031 h 2516"/>
                <a:gd name="T96" fmla="*/ 160 w 532"/>
                <a:gd name="T97" fmla="*/ 1338 h 2516"/>
                <a:gd name="T98" fmla="*/ 88 w 532"/>
                <a:gd name="T99" fmla="*/ 1338 h 2516"/>
                <a:gd name="T100" fmla="*/ 88 w 532"/>
                <a:gd name="T101" fmla="*/ 1031 h 2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2" h="2516">
                  <a:moveTo>
                    <a:pt x="0" y="463"/>
                  </a:moveTo>
                  <a:lnTo>
                    <a:pt x="0" y="2516"/>
                  </a:lnTo>
                  <a:lnTo>
                    <a:pt x="532" y="2516"/>
                  </a:lnTo>
                  <a:lnTo>
                    <a:pt x="532" y="463"/>
                  </a:lnTo>
                  <a:lnTo>
                    <a:pt x="258" y="0"/>
                  </a:lnTo>
                  <a:lnTo>
                    <a:pt x="0" y="463"/>
                  </a:lnTo>
                  <a:close/>
                  <a:moveTo>
                    <a:pt x="371" y="1832"/>
                  </a:moveTo>
                  <a:lnTo>
                    <a:pt x="443" y="1832"/>
                  </a:lnTo>
                  <a:lnTo>
                    <a:pt x="443" y="2139"/>
                  </a:lnTo>
                  <a:lnTo>
                    <a:pt x="371" y="2139"/>
                  </a:lnTo>
                  <a:lnTo>
                    <a:pt x="371" y="1832"/>
                  </a:lnTo>
                  <a:close/>
                  <a:moveTo>
                    <a:pt x="371" y="1432"/>
                  </a:moveTo>
                  <a:lnTo>
                    <a:pt x="443" y="1432"/>
                  </a:lnTo>
                  <a:lnTo>
                    <a:pt x="443" y="1739"/>
                  </a:lnTo>
                  <a:lnTo>
                    <a:pt x="371" y="1739"/>
                  </a:lnTo>
                  <a:lnTo>
                    <a:pt x="371" y="1432"/>
                  </a:lnTo>
                  <a:close/>
                  <a:moveTo>
                    <a:pt x="371" y="630"/>
                  </a:moveTo>
                  <a:lnTo>
                    <a:pt x="443" y="630"/>
                  </a:lnTo>
                  <a:lnTo>
                    <a:pt x="443" y="938"/>
                  </a:lnTo>
                  <a:lnTo>
                    <a:pt x="371" y="938"/>
                  </a:lnTo>
                  <a:lnTo>
                    <a:pt x="371" y="630"/>
                  </a:lnTo>
                  <a:close/>
                  <a:moveTo>
                    <a:pt x="230" y="1832"/>
                  </a:moveTo>
                  <a:lnTo>
                    <a:pt x="302" y="1832"/>
                  </a:lnTo>
                  <a:lnTo>
                    <a:pt x="302" y="2139"/>
                  </a:lnTo>
                  <a:lnTo>
                    <a:pt x="230" y="2139"/>
                  </a:lnTo>
                  <a:lnTo>
                    <a:pt x="230" y="1832"/>
                  </a:lnTo>
                  <a:close/>
                  <a:moveTo>
                    <a:pt x="230" y="1432"/>
                  </a:moveTo>
                  <a:lnTo>
                    <a:pt x="302" y="1432"/>
                  </a:lnTo>
                  <a:lnTo>
                    <a:pt x="302" y="1739"/>
                  </a:lnTo>
                  <a:lnTo>
                    <a:pt x="230" y="1739"/>
                  </a:lnTo>
                  <a:lnTo>
                    <a:pt x="230" y="1432"/>
                  </a:lnTo>
                  <a:close/>
                  <a:moveTo>
                    <a:pt x="230" y="1031"/>
                  </a:moveTo>
                  <a:lnTo>
                    <a:pt x="302" y="1031"/>
                  </a:lnTo>
                  <a:lnTo>
                    <a:pt x="302" y="1338"/>
                  </a:lnTo>
                  <a:lnTo>
                    <a:pt x="230" y="1338"/>
                  </a:lnTo>
                  <a:lnTo>
                    <a:pt x="230" y="1031"/>
                  </a:lnTo>
                  <a:close/>
                  <a:moveTo>
                    <a:pt x="230" y="630"/>
                  </a:moveTo>
                  <a:lnTo>
                    <a:pt x="302" y="630"/>
                  </a:lnTo>
                  <a:lnTo>
                    <a:pt x="302" y="938"/>
                  </a:lnTo>
                  <a:lnTo>
                    <a:pt x="230" y="938"/>
                  </a:lnTo>
                  <a:lnTo>
                    <a:pt x="230" y="630"/>
                  </a:lnTo>
                  <a:close/>
                  <a:moveTo>
                    <a:pt x="88" y="1832"/>
                  </a:moveTo>
                  <a:lnTo>
                    <a:pt x="160" y="1832"/>
                  </a:lnTo>
                  <a:lnTo>
                    <a:pt x="160" y="2139"/>
                  </a:lnTo>
                  <a:lnTo>
                    <a:pt x="88" y="2139"/>
                  </a:lnTo>
                  <a:lnTo>
                    <a:pt x="88" y="1832"/>
                  </a:lnTo>
                  <a:close/>
                  <a:moveTo>
                    <a:pt x="88" y="1031"/>
                  </a:moveTo>
                  <a:lnTo>
                    <a:pt x="160" y="1031"/>
                  </a:lnTo>
                  <a:lnTo>
                    <a:pt x="160" y="1338"/>
                  </a:lnTo>
                  <a:lnTo>
                    <a:pt x="88" y="1338"/>
                  </a:lnTo>
                  <a:lnTo>
                    <a:pt x="88" y="10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9" name="îṡḻïḍê"/>
            <p:cNvSpPr/>
            <p:nvPr/>
          </p:nvSpPr>
          <p:spPr bwMode="auto">
            <a:xfrm>
              <a:off x="2041526" y="3784600"/>
              <a:ext cx="844550" cy="2338388"/>
            </a:xfrm>
            <a:custGeom>
              <a:avLst/>
              <a:gdLst>
                <a:gd name="T0" fmla="*/ 0 w 532"/>
                <a:gd name="T1" fmla="*/ 384 h 1473"/>
                <a:gd name="T2" fmla="*/ 0 w 532"/>
                <a:gd name="T3" fmla="*/ 1473 h 1473"/>
                <a:gd name="T4" fmla="*/ 532 w 532"/>
                <a:gd name="T5" fmla="*/ 1473 h 1473"/>
                <a:gd name="T6" fmla="*/ 532 w 532"/>
                <a:gd name="T7" fmla="*/ 384 h 1473"/>
                <a:gd name="T8" fmla="*/ 465 w 532"/>
                <a:gd name="T9" fmla="*/ 384 h 1473"/>
                <a:gd name="T10" fmla="*/ 465 w 532"/>
                <a:gd name="T11" fmla="*/ 283 h 1473"/>
                <a:gd name="T12" fmla="*/ 388 w 532"/>
                <a:gd name="T13" fmla="*/ 283 h 1473"/>
                <a:gd name="T14" fmla="*/ 388 w 532"/>
                <a:gd name="T15" fmla="*/ 0 h 1473"/>
                <a:gd name="T16" fmla="*/ 143 w 532"/>
                <a:gd name="T17" fmla="*/ 0 h 1473"/>
                <a:gd name="T18" fmla="*/ 143 w 532"/>
                <a:gd name="T19" fmla="*/ 283 h 1473"/>
                <a:gd name="T20" fmla="*/ 67 w 532"/>
                <a:gd name="T21" fmla="*/ 283 h 1473"/>
                <a:gd name="T22" fmla="*/ 67 w 532"/>
                <a:gd name="T23" fmla="*/ 384 h 1473"/>
                <a:gd name="T24" fmla="*/ 0 w 532"/>
                <a:gd name="T25" fmla="*/ 384 h 1473"/>
                <a:gd name="T26" fmla="*/ 362 w 532"/>
                <a:gd name="T27" fmla="*/ 1029 h 1473"/>
                <a:gd name="T28" fmla="*/ 457 w 532"/>
                <a:gd name="T29" fmla="*/ 1029 h 1473"/>
                <a:gd name="T30" fmla="*/ 457 w 532"/>
                <a:gd name="T31" fmla="*/ 1137 h 1473"/>
                <a:gd name="T32" fmla="*/ 362 w 532"/>
                <a:gd name="T33" fmla="*/ 1137 h 1473"/>
                <a:gd name="T34" fmla="*/ 362 w 532"/>
                <a:gd name="T35" fmla="*/ 1029 h 1473"/>
                <a:gd name="T36" fmla="*/ 362 w 532"/>
                <a:gd name="T37" fmla="*/ 681 h 1473"/>
                <a:gd name="T38" fmla="*/ 457 w 532"/>
                <a:gd name="T39" fmla="*/ 681 h 1473"/>
                <a:gd name="T40" fmla="*/ 457 w 532"/>
                <a:gd name="T41" fmla="*/ 792 h 1473"/>
                <a:gd name="T42" fmla="*/ 362 w 532"/>
                <a:gd name="T43" fmla="*/ 792 h 1473"/>
                <a:gd name="T44" fmla="*/ 362 w 532"/>
                <a:gd name="T45" fmla="*/ 681 h 1473"/>
                <a:gd name="T46" fmla="*/ 362 w 532"/>
                <a:gd name="T47" fmla="*/ 509 h 1473"/>
                <a:gd name="T48" fmla="*/ 457 w 532"/>
                <a:gd name="T49" fmla="*/ 509 h 1473"/>
                <a:gd name="T50" fmla="*/ 457 w 532"/>
                <a:gd name="T51" fmla="*/ 619 h 1473"/>
                <a:gd name="T52" fmla="*/ 362 w 532"/>
                <a:gd name="T53" fmla="*/ 619 h 1473"/>
                <a:gd name="T54" fmla="*/ 362 w 532"/>
                <a:gd name="T55" fmla="*/ 509 h 1473"/>
                <a:gd name="T56" fmla="*/ 218 w 532"/>
                <a:gd name="T57" fmla="*/ 854 h 1473"/>
                <a:gd name="T58" fmla="*/ 314 w 532"/>
                <a:gd name="T59" fmla="*/ 854 h 1473"/>
                <a:gd name="T60" fmla="*/ 314 w 532"/>
                <a:gd name="T61" fmla="*/ 964 h 1473"/>
                <a:gd name="T62" fmla="*/ 218 w 532"/>
                <a:gd name="T63" fmla="*/ 964 h 1473"/>
                <a:gd name="T64" fmla="*/ 218 w 532"/>
                <a:gd name="T65" fmla="*/ 854 h 1473"/>
                <a:gd name="T66" fmla="*/ 218 w 532"/>
                <a:gd name="T67" fmla="*/ 681 h 1473"/>
                <a:gd name="T68" fmla="*/ 314 w 532"/>
                <a:gd name="T69" fmla="*/ 681 h 1473"/>
                <a:gd name="T70" fmla="*/ 314 w 532"/>
                <a:gd name="T71" fmla="*/ 792 h 1473"/>
                <a:gd name="T72" fmla="*/ 218 w 532"/>
                <a:gd name="T73" fmla="*/ 792 h 1473"/>
                <a:gd name="T74" fmla="*/ 218 w 532"/>
                <a:gd name="T75" fmla="*/ 681 h 1473"/>
                <a:gd name="T76" fmla="*/ 218 w 532"/>
                <a:gd name="T77" fmla="*/ 509 h 1473"/>
                <a:gd name="T78" fmla="*/ 314 w 532"/>
                <a:gd name="T79" fmla="*/ 509 h 1473"/>
                <a:gd name="T80" fmla="*/ 314 w 532"/>
                <a:gd name="T81" fmla="*/ 619 h 1473"/>
                <a:gd name="T82" fmla="*/ 218 w 532"/>
                <a:gd name="T83" fmla="*/ 619 h 1473"/>
                <a:gd name="T84" fmla="*/ 218 w 532"/>
                <a:gd name="T85" fmla="*/ 509 h 1473"/>
                <a:gd name="T86" fmla="*/ 74 w 532"/>
                <a:gd name="T87" fmla="*/ 1029 h 1473"/>
                <a:gd name="T88" fmla="*/ 170 w 532"/>
                <a:gd name="T89" fmla="*/ 1029 h 1473"/>
                <a:gd name="T90" fmla="*/ 170 w 532"/>
                <a:gd name="T91" fmla="*/ 1137 h 1473"/>
                <a:gd name="T92" fmla="*/ 74 w 532"/>
                <a:gd name="T93" fmla="*/ 1137 h 1473"/>
                <a:gd name="T94" fmla="*/ 74 w 532"/>
                <a:gd name="T95" fmla="*/ 1029 h 1473"/>
                <a:gd name="T96" fmla="*/ 74 w 532"/>
                <a:gd name="T97" fmla="*/ 854 h 1473"/>
                <a:gd name="T98" fmla="*/ 170 w 532"/>
                <a:gd name="T99" fmla="*/ 854 h 1473"/>
                <a:gd name="T100" fmla="*/ 170 w 532"/>
                <a:gd name="T101" fmla="*/ 964 h 1473"/>
                <a:gd name="T102" fmla="*/ 74 w 532"/>
                <a:gd name="T103" fmla="*/ 964 h 1473"/>
                <a:gd name="T104" fmla="*/ 74 w 532"/>
                <a:gd name="T105" fmla="*/ 854 h 1473"/>
                <a:gd name="T106" fmla="*/ 74 w 532"/>
                <a:gd name="T107" fmla="*/ 681 h 1473"/>
                <a:gd name="T108" fmla="*/ 170 w 532"/>
                <a:gd name="T109" fmla="*/ 681 h 1473"/>
                <a:gd name="T110" fmla="*/ 170 w 532"/>
                <a:gd name="T111" fmla="*/ 792 h 1473"/>
                <a:gd name="T112" fmla="*/ 74 w 532"/>
                <a:gd name="T113" fmla="*/ 792 h 1473"/>
                <a:gd name="T114" fmla="*/ 74 w 532"/>
                <a:gd name="T115" fmla="*/ 681 h 1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2" h="1473">
                  <a:moveTo>
                    <a:pt x="0" y="384"/>
                  </a:moveTo>
                  <a:lnTo>
                    <a:pt x="0" y="1473"/>
                  </a:lnTo>
                  <a:lnTo>
                    <a:pt x="532" y="1473"/>
                  </a:lnTo>
                  <a:lnTo>
                    <a:pt x="532" y="384"/>
                  </a:lnTo>
                  <a:lnTo>
                    <a:pt x="465" y="384"/>
                  </a:lnTo>
                  <a:lnTo>
                    <a:pt x="465" y="283"/>
                  </a:lnTo>
                  <a:lnTo>
                    <a:pt x="388" y="283"/>
                  </a:lnTo>
                  <a:lnTo>
                    <a:pt x="388" y="0"/>
                  </a:lnTo>
                  <a:lnTo>
                    <a:pt x="143" y="0"/>
                  </a:lnTo>
                  <a:lnTo>
                    <a:pt x="143" y="283"/>
                  </a:lnTo>
                  <a:lnTo>
                    <a:pt x="67" y="283"/>
                  </a:lnTo>
                  <a:lnTo>
                    <a:pt x="67" y="384"/>
                  </a:lnTo>
                  <a:lnTo>
                    <a:pt x="0" y="384"/>
                  </a:lnTo>
                  <a:close/>
                  <a:moveTo>
                    <a:pt x="362" y="1029"/>
                  </a:moveTo>
                  <a:lnTo>
                    <a:pt x="457" y="1029"/>
                  </a:lnTo>
                  <a:lnTo>
                    <a:pt x="457" y="1137"/>
                  </a:lnTo>
                  <a:lnTo>
                    <a:pt x="362" y="1137"/>
                  </a:lnTo>
                  <a:lnTo>
                    <a:pt x="362" y="1029"/>
                  </a:lnTo>
                  <a:close/>
                  <a:moveTo>
                    <a:pt x="362" y="681"/>
                  </a:moveTo>
                  <a:lnTo>
                    <a:pt x="457" y="681"/>
                  </a:lnTo>
                  <a:lnTo>
                    <a:pt x="457" y="792"/>
                  </a:lnTo>
                  <a:lnTo>
                    <a:pt x="362" y="792"/>
                  </a:lnTo>
                  <a:lnTo>
                    <a:pt x="362" y="681"/>
                  </a:lnTo>
                  <a:close/>
                  <a:moveTo>
                    <a:pt x="362" y="509"/>
                  </a:moveTo>
                  <a:lnTo>
                    <a:pt x="457" y="509"/>
                  </a:lnTo>
                  <a:lnTo>
                    <a:pt x="457" y="619"/>
                  </a:lnTo>
                  <a:lnTo>
                    <a:pt x="362" y="619"/>
                  </a:lnTo>
                  <a:lnTo>
                    <a:pt x="362" y="509"/>
                  </a:lnTo>
                  <a:close/>
                  <a:moveTo>
                    <a:pt x="218" y="854"/>
                  </a:moveTo>
                  <a:lnTo>
                    <a:pt x="314" y="854"/>
                  </a:lnTo>
                  <a:lnTo>
                    <a:pt x="314" y="964"/>
                  </a:lnTo>
                  <a:lnTo>
                    <a:pt x="218" y="964"/>
                  </a:lnTo>
                  <a:lnTo>
                    <a:pt x="218" y="854"/>
                  </a:lnTo>
                  <a:close/>
                  <a:moveTo>
                    <a:pt x="218" y="681"/>
                  </a:moveTo>
                  <a:lnTo>
                    <a:pt x="314" y="681"/>
                  </a:lnTo>
                  <a:lnTo>
                    <a:pt x="314" y="792"/>
                  </a:lnTo>
                  <a:lnTo>
                    <a:pt x="218" y="792"/>
                  </a:lnTo>
                  <a:lnTo>
                    <a:pt x="218" y="681"/>
                  </a:lnTo>
                  <a:close/>
                  <a:moveTo>
                    <a:pt x="218" y="509"/>
                  </a:moveTo>
                  <a:lnTo>
                    <a:pt x="314" y="509"/>
                  </a:lnTo>
                  <a:lnTo>
                    <a:pt x="314" y="619"/>
                  </a:lnTo>
                  <a:lnTo>
                    <a:pt x="218" y="619"/>
                  </a:lnTo>
                  <a:lnTo>
                    <a:pt x="218" y="509"/>
                  </a:lnTo>
                  <a:close/>
                  <a:moveTo>
                    <a:pt x="74" y="1029"/>
                  </a:moveTo>
                  <a:lnTo>
                    <a:pt x="170" y="1029"/>
                  </a:lnTo>
                  <a:lnTo>
                    <a:pt x="170" y="1137"/>
                  </a:lnTo>
                  <a:lnTo>
                    <a:pt x="74" y="1137"/>
                  </a:lnTo>
                  <a:lnTo>
                    <a:pt x="74" y="1029"/>
                  </a:lnTo>
                  <a:close/>
                  <a:moveTo>
                    <a:pt x="74" y="854"/>
                  </a:moveTo>
                  <a:lnTo>
                    <a:pt x="170" y="854"/>
                  </a:lnTo>
                  <a:lnTo>
                    <a:pt x="170" y="964"/>
                  </a:lnTo>
                  <a:lnTo>
                    <a:pt x="74" y="964"/>
                  </a:lnTo>
                  <a:lnTo>
                    <a:pt x="74" y="854"/>
                  </a:lnTo>
                  <a:close/>
                  <a:moveTo>
                    <a:pt x="74" y="681"/>
                  </a:moveTo>
                  <a:lnTo>
                    <a:pt x="170" y="681"/>
                  </a:lnTo>
                  <a:lnTo>
                    <a:pt x="170" y="792"/>
                  </a:lnTo>
                  <a:lnTo>
                    <a:pt x="74" y="792"/>
                  </a:lnTo>
                  <a:lnTo>
                    <a:pt x="74" y="6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60" name="iṧlïḋe"/>
            <p:cNvSpPr/>
            <p:nvPr/>
          </p:nvSpPr>
          <p:spPr bwMode="auto">
            <a:xfrm>
              <a:off x="4940301" y="3128963"/>
              <a:ext cx="846138" cy="2994025"/>
            </a:xfrm>
            <a:custGeom>
              <a:avLst/>
              <a:gdLst>
                <a:gd name="T0" fmla="*/ 0 w 533"/>
                <a:gd name="T1" fmla="*/ 1886 h 1886"/>
                <a:gd name="T2" fmla="*/ 533 w 533"/>
                <a:gd name="T3" fmla="*/ 92 h 1886"/>
                <a:gd name="T4" fmla="*/ 487 w 533"/>
                <a:gd name="T5" fmla="*/ 0 h 1886"/>
                <a:gd name="T6" fmla="*/ 202 w 533"/>
                <a:gd name="T7" fmla="*/ 92 h 1886"/>
                <a:gd name="T8" fmla="*/ 310 w 533"/>
                <a:gd name="T9" fmla="*/ 1466 h 1886"/>
                <a:gd name="T10" fmla="*/ 456 w 533"/>
                <a:gd name="T11" fmla="*/ 1517 h 1886"/>
                <a:gd name="T12" fmla="*/ 310 w 533"/>
                <a:gd name="T13" fmla="*/ 1466 h 1886"/>
                <a:gd name="T14" fmla="*/ 456 w 533"/>
                <a:gd name="T15" fmla="*/ 1346 h 1886"/>
                <a:gd name="T16" fmla="*/ 310 w 533"/>
                <a:gd name="T17" fmla="*/ 1397 h 1886"/>
                <a:gd name="T18" fmla="*/ 310 w 533"/>
                <a:gd name="T19" fmla="*/ 1226 h 1886"/>
                <a:gd name="T20" fmla="*/ 456 w 533"/>
                <a:gd name="T21" fmla="*/ 1277 h 1886"/>
                <a:gd name="T22" fmla="*/ 310 w 533"/>
                <a:gd name="T23" fmla="*/ 1226 h 1886"/>
                <a:gd name="T24" fmla="*/ 456 w 533"/>
                <a:gd name="T25" fmla="*/ 1106 h 1886"/>
                <a:gd name="T26" fmla="*/ 310 w 533"/>
                <a:gd name="T27" fmla="*/ 1157 h 1886"/>
                <a:gd name="T28" fmla="*/ 310 w 533"/>
                <a:gd name="T29" fmla="*/ 866 h 1886"/>
                <a:gd name="T30" fmla="*/ 456 w 533"/>
                <a:gd name="T31" fmla="*/ 917 h 1886"/>
                <a:gd name="T32" fmla="*/ 310 w 533"/>
                <a:gd name="T33" fmla="*/ 866 h 1886"/>
                <a:gd name="T34" fmla="*/ 456 w 533"/>
                <a:gd name="T35" fmla="*/ 747 h 1886"/>
                <a:gd name="T36" fmla="*/ 310 w 533"/>
                <a:gd name="T37" fmla="*/ 797 h 1886"/>
                <a:gd name="T38" fmla="*/ 310 w 533"/>
                <a:gd name="T39" fmla="*/ 627 h 1886"/>
                <a:gd name="T40" fmla="*/ 456 w 533"/>
                <a:gd name="T41" fmla="*/ 677 h 1886"/>
                <a:gd name="T42" fmla="*/ 310 w 533"/>
                <a:gd name="T43" fmla="*/ 627 h 1886"/>
                <a:gd name="T44" fmla="*/ 456 w 533"/>
                <a:gd name="T45" fmla="*/ 507 h 1886"/>
                <a:gd name="T46" fmla="*/ 310 w 533"/>
                <a:gd name="T47" fmla="*/ 557 h 1886"/>
                <a:gd name="T48" fmla="*/ 310 w 533"/>
                <a:gd name="T49" fmla="*/ 267 h 1886"/>
                <a:gd name="T50" fmla="*/ 456 w 533"/>
                <a:gd name="T51" fmla="*/ 317 h 1886"/>
                <a:gd name="T52" fmla="*/ 310 w 533"/>
                <a:gd name="T53" fmla="*/ 267 h 1886"/>
                <a:gd name="T54" fmla="*/ 223 w 533"/>
                <a:gd name="T55" fmla="*/ 1586 h 1886"/>
                <a:gd name="T56" fmla="*/ 77 w 533"/>
                <a:gd name="T57" fmla="*/ 1637 h 1886"/>
                <a:gd name="T58" fmla="*/ 77 w 533"/>
                <a:gd name="T59" fmla="*/ 1466 h 1886"/>
                <a:gd name="T60" fmla="*/ 223 w 533"/>
                <a:gd name="T61" fmla="*/ 1517 h 1886"/>
                <a:gd name="T62" fmla="*/ 77 w 533"/>
                <a:gd name="T63" fmla="*/ 1466 h 1886"/>
                <a:gd name="T64" fmla="*/ 223 w 533"/>
                <a:gd name="T65" fmla="*/ 1226 h 1886"/>
                <a:gd name="T66" fmla="*/ 77 w 533"/>
                <a:gd name="T67" fmla="*/ 1277 h 1886"/>
                <a:gd name="T68" fmla="*/ 77 w 533"/>
                <a:gd name="T69" fmla="*/ 986 h 1886"/>
                <a:gd name="T70" fmla="*/ 223 w 533"/>
                <a:gd name="T71" fmla="*/ 1037 h 1886"/>
                <a:gd name="T72" fmla="*/ 77 w 533"/>
                <a:gd name="T73" fmla="*/ 986 h 1886"/>
                <a:gd name="T74" fmla="*/ 223 w 533"/>
                <a:gd name="T75" fmla="*/ 866 h 1886"/>
                <a:gd name="T76" fmla="*/ 77 w 533"/>
                <a:gd name="T77" fmla="*/ 917 h 1886"/>
                <a:gd name="T78" fmla="*/ 77 w 533"/>
                <a:gd name="T79" fmla="*/ 627 h 1886"/>
                <a:gd name="T80" fmla="*/ 223 w 533"/>
                <a:gd name="T81" fmla="*/ 677 h 1886"/>
                <a:gd name="T82" fmla="*/ 77 w 533"/>
                <a:gd name="T83" fmla="*/ 627 h 1886"/>
                <a:gd name="T84" fmla="*/ 223 w 533"/>
                <a:gd name="T85" fmla="*/ 387 h 1886"/>
                <a:gd name="T86" fmla="*/ 77 w 533"/>
                <a:gd name="T87" fmla="*/ 437 h 1886"/>
                <a:gd name="T88" fmla="*/ 77 w 533"/>
                <a:gd name="T89" fmla="*/ 267 h 1886"/>
                <a:gd name="T90" fmla="*/ 223 w 533"/>
                <a:gd name="T91" fmla="*/ 317 h 1886"/>
                <a:gd name="T92" fmla="*/ 77 w 533"/>
                <a:gd name="T93" fmla="*/ 267 h 1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3" h="1886">
                  <a:moveTo>
                    <a:pt x="0" y="92"/>
                  </a:moveTo>
                  <a:lnTo>
                    <a:pt x="0" y="1886"/>
                  </a:lnTo>
                  <a:lnTo>
                    <a:pt x="533" y="1886"/>
                  </a:lnTo>
                  <a:lnTo>
                    <a:pt x="533" y="92"/>
                  </a:lnTo>
                  <a:lnTo>
                    <a:pt x="487" y="92"/>
                  </a:lnTo>
                  <a:lnTo>
                    <a:pt x="487" y="0"/>
                  </a:lnTo>
                  <a:lnTo>
                    <a:pt x="202" y="0"/>
                  </a:lnTo>
                  <a:lnTo>
                    <a:pt x="202" y="92"/>
                  </a:lnTo>
                  <a:lnTo>
                    <a:pt x="0" y="92"/>
                  </a:lnTo>
                  <a:close/>
                  <a:moveTo>
                    <a:pt x="310" y="1466"/>
                  </a:moveTo>
                  <a:lnTo>
                    <a:pt x="456" y="1466"/>
                  </a:lnTo>
                  <a:lnTo>
                    <a:pt x="456" y="1517"/>
                  </a:lnTo>
                  <a:lnTo>
                    <a:pt x="310" y="1517"/>
                  </a:lnTo>
                  <a:lnTo>
                    <a:pt x="310" y="1466"/>
                  </a:lnTo>
                  <a:close/>
                  <a:moveTo>
                    <a:pt x="310" y="1346"/>
                  </a:moveTo>
                  <a:lnTo>
                    <a:pt x="456" y="1346"/>
                  </a:lnTo>
                  <a:lnTo>
                    <a:pt x="456" y="1397"/>
                  </a:lnTo>
                  <a:lnTo>
                    <a:pt x="310" y="1397"/>
                  </a:lnTo>
                  <a:lnTo>
                    <a:pt x="310" y="1346"/>
                  </a:lnTo>
                  <a:close/>
                  <a:moveTo>
                    <a:pt x="310" y="1226"/>
                  </a:moveTo>
                  <a:lnTo>
                    <a:pt x="456" y="1226"/>
                  </a:lnTo>
                  <a:lnTo>
                    <a:pt x="456" y="1277"/>
                  </a:lnTo>
                  <a:lnTo>
                    <a:pt x="310" y="1277"/>
                  </a:lnTo>
                  <a:lnTo>
                    <a:pt x="310" y="1226"/>
                  </a:lnTo>
                  <a:close/>
                  <a:moveTo>
                    <a:pt x="310" y="1106"/>
                  </a:moveTo>
                  <a:lnTo>
                    <a:pt x="456" y="1106"/>
                  </a:lnTo>
                  <a:lnTo>
                    <a:pt x="456" y="1157"/>
                  </a:lnTo>
                  <a:lnTo>
                    <a:pt x="310" y="1157"/>
                  </a:lnTo>
                  <a:lnTo>
                    <a:pt x="310" y="1106"/>
                  </a:lnTo>
                  <a:close/>
                  <a:moveTo>
                    <a:pt x="310" y="866"/>
                  </a:moveTo>
                  <a:lnTo>
                    <a:pt x="456" y="866"/>
                  </a:lnTo>
                  <a:lnTo>
                    <a:pt x="456" y="917"/>
                  </a:lnTo>
                  <a:lnTo>
                    <a:pt x="310" y="917"/>
                  </a:lnTo>
                  <a:lnTo>
                    <a:pt x="310" y="866"/>
                  </a:lnTo>
                  <a:close/>
                  <a:moveTo>
                    <a:pt x="310" y="747"/>
                  </a:moveTo>
                  <a:lnTo>
                    <a:pt x="456" y="747"/>
                  </a:lnTo>
                  <a:lnTo>
                    <a:pt x="456" y="797"/>
                  </a:lnTo>
                  <a:lnTo>
                    <a:pt x="310" y="797"/>
                  </a:lnTo>
                  <a:lnTo>
                    <a:pt x="310" y="747"/>
                  </a:lnTo>
                  <a:close/>
                  <a:moveTo>
                    <a:pt x="310" y="627"/>
                  </a:moveTo>
                  <a:lnTo>
                    <a:pt x="456" y="627"/>
                  </a:lnTo>
                  <a:lnTo>
                    <a:pt x="456" y="677"/>
                  </a:lnTo>
                  <a:lnTo>
                    <a:pt x="310" y="677"/>
                  </a:lnTo>
                  <a:lnTo>
                    <a:pt x="310" y="627"/>
                  </a:lnTo>
                  <a:close/>
                  <a:moveTo>
                    <a:pt x="310" y="507"/>
                  </a:moveTo>
                  <a:lnTo>
                    <a:pt x="456" y="507"/>
                  </a:lnTo>
                  <a:lnTo>
                    <a:pt x="456" y="557"/>
                  </a:lnTo>
                  <a:lnTo>
                    <a:pt x="310" y="557"/>
                  </a:lnTo>
                  <a:lnTo>
                    <a:pt x="310" y="507"/>
                  </a:lnTo>
                  <a:close/>
                  <a:moveTo>
                    <a:pt x="310" y="267"/>
                  </a:moveTo>
                  <a:lnTo>
                    <a:pt x="456" y="267"/>
                  </a:lnTo>
                  <a:lnTo>
                    <a:pt x="456" y="317"/>
                  </a:lnTo>
                  <a:lnTo>
                    <a:pt x="310" y="317"/>
                  </a:lnTo>
                  <a:lnTo>
                    <a:pt x="310" y="267"/>
                  </a:lnTo>
                  <a:close/>
                  <a:moveTo>
                    <a:pt x="77" y="1586"/>
                  </a:moveTo>
                  <a:lnTo>
                    <a:pt x="223" y="1586"/>
                  </a:lnTo>
                  <a:lnTo>
                    <a:pt x="223" y="1637"/>
                  </a:lnTo>
                  <a:lnTo>
                    <a:pt x="77" y="1637"/>
                  </a:lnTo>
                  <a:lnTo>
                    <a:pt x="77" y="1586"/>
                  </a:lnTo>
                  <a:close/>
                  <a:moveTo>
                    <a:pt x="77" y="1466"/>
                  </a:moveTo>
                  <a:lnTo>
                    <a:pt x="223" y="1466"/>
                  </a:lnTo>
                  <a:lnTo>
                    <a:pt x="223" y="1517"/>
                  </a:lnTo>
                  <a:lnTo>
                    <a:pt x="77" y="1517"/>
                  </a:lnTo>
                  <a:lnTo>
                    <a:pt x="77" y="1466"/>
                  </a:lnTo>
                  <a:close/>
                  <a:moveTo>
                    <a:pt x="77" y="1226"/>
                  </a:moveTo>
                  <a:lnTo>
                    <a:pt x="223" y="1226"/>
                  </a:lnTo>
                  <a:lnTo>
                    <a:pt x="223" y="1277"/>
                  </a:lnTo>
                  <a:lnTo>
                    <a:pt x="77" y="1277"/>
                  </a:lnTo>
                  <a:lnTo>
                    <a:pt x="77" y="1226"/>
                  </a:lnTo>
                  <a:close/>
                  <a:moveTo>
                    <a:pt x="77" y="986"/>
                  </a:moveTo>
                  <a:lnTo>
                    <a:pt x="223" y="986"/>
                  </a:lnTo>
                  <a:lnTo>
                    <a:pt x="223" y="1037"/>
                  </a:lnTo>
                  <a:lnTo>
                    <a:pt x="77" y="1037"/>
                  </a:lnTo>
                  <a:lnTo>
                    <a:pt x="77" y="986"/>
                  </a:lnTo>
                  <a:close/>
                  <a:moveTo>
                    <a:pt x="77" y="866"/>
                  </a:moveTo>
                  <a:lnTo>
                    <a:pt x="223" y="866"/>
                  </a:lnTo>
                  <a:lnTo>
                    <a:pt x="223" y="917"/>
                  </a:lnTo>
                  <a:lnTo>
                    <a:pt x="77" y="917"/>
                  </a:lnTo>
                  <a:lnTo>
                    <a:pt x="77" y="866"/>
                  </a:lnTo>
                  <a:close/>
                  <a:moveTo>
                    <a:pt x="77" y="627"/>
                  </a:moveTo>
                  <a:lnTo>
                    <a:pt x="223" y="627"/>
                  </a:lnTo>
                  <a:lnTo>
                    <a:pt x="223" y="677"/>
                  </a:lnTo>
                  <a:lnTo>
                    <a:pt x="77" y="677"/>
                  </a:lnTo>
                  <a:lnTo>
                    <a:pt x="77" y="627"/>
                  </a:lnTo>
                  <a:close/>
                  <a:moveTo>
                    <a:pt x="77" y="387"/>
                  </a:moveTo>
                  <a:lnTo>
                    <a:pt x="223" y="387"/>
                  </a:lnTo>
                  <a:lnTo>
                    <a:pt x="223" y="437"/>
                  </a:lnTo>
                  <a:lnTo>
                    <a:pt x="77" y="437"/>
                  </a:lnTo>
                  <a:lnTo>
                    <a:pt x="77" y="387"/>
                  </a:lnTo>
                  <a:close/>
                  <a:moveTo>
                    <a:pt x="77" y="267"/>
                  </a:moveTo>
                  <a:lnTo>
                    <a:pt x="223" y="267"/>
                  </a:lnTo>
                  <a:lnTo>
                    <a:pt x="223" y="317"/>
                  </a:lnTo>
                  <a:lnTo>
                    <a:pt x="77" y="317"/>
                  </a:lnTo>
                  <a:lnTo>
                    <a:pt x="7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61" name="íS1ïďe"/>
            <p:cNvSpPr/>
            <p:nvPr/>
          </p:nvSpPr>
          <p:spPr bwMode="auto">
            <a:xfrm>
              <a:off x="3973513" y="3460750"/>
              <a:ext cx="846138" cy="2662238"/>
            </a:xfrm>
            <a:custGeom>
              <a:avLst/>
              <a:gdLst>
                <a:gd name="T0" fmla="*/ 0 w 533"/>
                <a:gd name="T1" fmla="*/ 1677 h 1677"/>
                <a:gd name="T2" fmla="*/ 533 w 533"/>
                <a:gd name="T3" fmla="*/ 204 h 1677"/>
                <a:gd name="T4" fmla="*/ 437 w 533"/>
                <a:gd name="T5" fmla="*/ 0 h 1677"/>
                <a:gd name="T6" fmla="*/ 329 w 533"/>
                <a:gd name="T7" fmla="*/ 204 h 1677"/>
                <a:gd name="T8" fmla="*/ 401 w 533"/>
                <a:gd name="T9" fmla="*/ 1252 h 1677"/>
                <a:gd name="T10" fmla="*/ 473 w 533"/>
                <a:gd name="T11" fmla="*/ 1324 h 1677"/>
                <a:gd name="T12" fmla="*/ 401 w 533"/>
                <a:gd name="T13" fmla="*/ 1252 h 1677"/>
                <a:gd name="T14" fmla="*/ 473 w 533"/>
                <a:gd name="T15" fmla="*/ 1104 h 1677"/>
                <a:gd name="T16" fmla="*/ 401 w 533"/>
                <a:gd name="T17" fmla="*/ 1176 h 1677"/>
                <a:gd name="T18" fmla="*/ 401 w 533"/>
                <a:gd name="T19" fmla="*/ 957 h 1677"/>
                <a:gd name="T20" fmla="*/ 473 w 533"/>
                <a:gd name="T21" fmla="*/ 1029 h 1677"/>
                <a:gd name="T22" fmla="*/ 401 w 533"/>
                <a:gd name="T23" fmla="*/ 957 h 1677"/>
                <a:gd name="T24" fmla="*/ 473 w 533"/>
                <a:gd name="T25" fmla="*/ 811 h 1677"/>
                <a:gd name="T26" fmla="*/ 401 w 533"/>
                <a:gd name="T27" fmla="*/ 883 h 1677"/>
                <a:gd name="T28" fmla="*/ 401 w 533"/>
                <a:gd name="T29" fmla="*/ 662 h 1677"/>
                <a:gd name="T30" fmla="*/ 473 w 533"/>
                <a:gd name="T31" fmla="*/ 734 h 1677"/>
                <a:gd name="T32" fmla="*/ 401 w 533"/>
                <a:gd name="T33" fmla="*/ 662 h 1677"/>
                <a:gd name="T34" fmla="*/ 473 w 533"/>
                <a:gd name="T35" fmla="*/ 516 h 1677"/>
                <a:gd name="T36" fmla="*/ 401 w 533"/>
                <a:gd name="T37" fmla="*/ 588 h 1677"/>
                <a:gd name="T38" fmla="*/ 288 w 533"/>
                <a:gd name="T39" fmla="*/ 1104 h 1677"/>
                <a:gd name="T40" fmla="*/ 360 w 533"/>
                <a:gd name="T41" fmla="*/ 1176 h 1677"/>
                <a:gd name="T42" fmla="*/ 288 w 533"/>
                <a:gd name="T43" fmla="*/ 1104 h 1677"/>
                <a:gd name="T44" fmla="*/ 360 w 533"/>
                <a:gd name="T45" fmla="*/ 957 h 1677"/>
                <a:gd name="T46" fmla="*/ 288 w 533"/>
                <a:gd name="T47" fmla="*/ 1029 h 1677"/>
                <a:gd name="T48" fmla="*/ 288 w 533"/>
                <a:gd name="T49" fmla="*/ 662 h 1677"/>
                <a:gd name="T50" fmla="*/ 360 w 533"/>
                <a:gd name="T51" fmla="*/ 734 h 1677"/>
                <a:gd name="T52" fmla="*/ 288 w 533"/>
                <a:gd name="T53" fmla="*/ 662 h 1677"/>
                <a:gd name="T54" fmla="*/ 360 w 533"/>
                <a:gd name="T55" fmla="*/ 516 h 1677"/>
                <a:gd name="T56" fmla="*/ 288 w 533"/>
                <a:gd name="T57" fmla="*/ 588 h 1677"/>
                <a:gd name="T58" fmla="*/ 288 w 533"/>
                <a:gd name="T59" fmla="*/ 370 h 1677"/>
                <a:gd name="T60" fmla="*/ 360 w 533"/>
                <a:gd name="T61" fmla="*/ 442 h 1677"/>
                <a:gd name="T62" fmla="*/ 288 w 533"/>
                <a:gd name="T63" fmla="*/ 370 h 1677"/>
                <a:gd name="T64" fmla="*/ 245 w 533"/>
                <a:gd name="T65" fmla="*/ 1252 h 1677"/>
                <a:gd name="T66" fmla="*/ 173 w 533"/>
                <a:gd name="T67" fmla="*/ 1324 h 1677"/>
                <a:gd name="T68" fmla="*/ 173 w 533"/>
                <a:gd name="T69" fmla="*/ 1104 h 1677"/>
                <a:gd name="T70" fmla="*/ 245 w 533"/>
                <a:gd name="T71" fmla="*/ 1176 h 1677"/>
                <a:gd name="T72" fmla="*/ 173 w 533"/>
                <a:gd name="T73" fmla="*/ 1104 h 1677"/>
                <a:gd name="T74" fmla="*/ 245 w 533"/>
                <a:gd name="T75" fmla="*/ 811 h 1677"/>
                <a:gd name="T76" fmla="*/ 173 w 533"/>
                <a:gd name="T77" fmla="*/ 883 h 1677"/>
                <a:gd name="T78" fmla="*/ 173 w 533"/>
                <a:gd name="T79" fmla="*/ 662 h 1677"/>
                <a:gd name="T80" fmla="*/ 245 w 533"/>
                <a:gd name="T81" fmla="*/ 734 h 1677"/>
                <a:gd name="T82" fmla="*/ 173 w 533"/>
                <a:gd name="T83" fmla="*/ 662 h 1677"/>
                <a:gd name="T84" fmla="*/ 245 w 533"/>
                <a:gd name="T85" fmla="*/ 516 h 1677"/>
                <a:gd name="T86" fmla="*/ 173 w 533"/>
                <a:gd name="T87" fmla="*/ 588 h 1677"/>
                <a:gd name="T88" fmla="*/ 173 w 533"/>
                <a:gd name="T89" fmla="*/ 370 h 1677"/>
                <a:gd name="T90" fmla="*/ 245 w 533"/>
                <a:gd name="T91" fmla="*/ 442 h 1677"/>
                <a:gd name="T92" fmla="*/ 173 w 533"/>
                <a:gd name="T93" fmla="*/ 370 h 1677"/>
                <a:gd name="T94" fmla="*/ 132 w 533"/>
                <a:gd name="T95" fmla="*/ 1252 h 1677"/>
                <a:gd name="T96" fmla="*/ 60 w 533"/>
                <a:gd name="T97" fmla="*/ 1324 h 1677"/>
                <a:gd name="T98" fmla="*/ 60 w 533"/>
                <a:gd name="T99" fmla="*/ 1104 h 1677"/>
                <a:gd name="T100" fmla="*/ 132 w 533"/>
                <a:gd name="T101" fmla="*/ 1176 h 1677"/>
                <a:gd name="T102" fmla="*/ 60 w 533"/>
                <a:gd name="T103" fmla="*/ 1104 h 1677"/>
                <a:gd name="T104" fmla="*/ 132 w 533"/>
                <a:gd name="T105" fmla="*/ 957 h 1677"/>
                <a:gd name="T106" fmla="*/ 60 w 533"/>
                <a:gd name="T107" fmla="*/ 1029 h 1677"/>
                <a:gd name="T108" fmla="*/ 60 w 533"/>
                <a:gd name="T109" fmla="*/ 811 h 1677"/>
                <a:gd name="T110" fmla="*/ 132 w 533"/>
                <a:gd name="T111" fmla="*/ 883 h 1677"/>
                <a:gd name="T112" fmla="*/ 60 w 533"/>
                <a:gd name="T113" fmla="*/ 811 h 1677"/>
                <a:gd name="T114" fmla="*/ 132 w 533"/>
                <a:gd name="T115" fmla="*/ 516 h 1677"/>
                <a:gd name="T116" fmla="*/ 60 w 533"/>
                <a:gd name="T117" fmla="*/ 588 h 1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3" h="1677">
                  <a:moveTo>
                    <a:pt x="0" y="204"/>
                  </a:moveTo>
                  <a:lnTo>
                    <a:pt x="0" y="1677"/>
                  </a:lnTo>
                  <a:lnTo>
                    <a:pt x="533" y="1677"/>
                  </a:lnTo>
                  <a:lnTo>
                    <a:pt x="533" y="204"/>
                  </a:lnTo>
                  <a:lnTo>
                    <a:pt x="437" y="204"/>
                  </a:lnTo>
                  <a:lnTo>
                    <a:pt x="437" y="0"/>
                  </a:lnTo>
                  <a:lnTo>
                    <a:pt x="329" y="0"/>
                  </a:lnTo>
                  <a:lnTo>
                    <a:pt x="329" y="204"/>
                  </a:lnTo>
                  <a:lnTo>
                    <a:pt x="0" y="204"/>
                  </a:lnTo>
                  <a:close/>
                  <a:moveTo>
                    <a:pt x="401" y="1252"/>
                  </a:moveTo>
                  <a:lnTo>
                    <a:pt x="473" y="1252"/>
                  </a:lnTo>
                  <a:lnTo>
                    <a:pt x="473" y="1324"/>
                  </a:lnTo>
                  <a:lnTo>
                    <a:pt x="401" y="1324"/>
                  </a:lnTo>
                  <a:lnTo>
                    <a:pt x="401" y="1252"/>
                  </a:lnTo>
                  <a:close/>
                  <a:moveTo>
                    <a:pt x="401" y="1104"/>
                  </a:moveTo>
                  <a:lnTo>
                    <a:pt x="473" y="1104"/>
                  </a:lnTo>
                  <a:lnTo>
                    <a:pt x="473" y="1176"/>
                  </a:lnTo>
                  <a:lnTo>
                    <a:pt x="401" y="1176"/>
                  </a:lnTo>
                  <a:lnTo>
                    <a:pt x="401" y="1104"/>
                  </a:lnTo>
                  <a:close/>
                  <a:moveTo>
                    <a:pt x="401" y="957"/>
                  </a:moveTo>
                  <a:lnTo>
                    <a:pt x="473" y="957"/>
                  </a:lnTo>
                  <a:lnTo>
                    <a:pt x="473" y="1029"/>
                  </a:lnTo>
                  <a:lnTo>
                    <a:pt x="401" y="1029"/>
                  </a:lnTo>
                  <a:lnTo>
                    <a:pt x="401" y="957"/>
                  </a:lnTo>
                  <a:close/>
                  <a:moveTo>
                    <a:pt x="401" y="811"/>
                  </a:moveTo>
                  <a:lnTo>
                    <a:pt x="473" y="811"/>
                  </a:lnTo>
                  <a:lnTo>
                    <a:pt x="473" y="883"/>
                  </a:lnTo>
                  <a:lnTo>
                    <a:pt x="401" y="883"/>
                  </a:lnTo>
                  <a:lnTo>
                    <a:pt x="401" y="811"/>
                  </a:lnTo>
                  <a:close/>
                  <a:moveTo>
                    <a:pt x="401" y="662"/>
                  </a:moveTo>
                  <a:lnTo>
                    <a:pt x="473" y="662"/>
                  </a:lnTo>
                  <a:lnTo>
                    <a:pt x="473" y="734"/>
                  </a:lnTo>
                  <a:lnTo>
                    <a:pt x="401" y="734"/>
                  </a:lnTo>
                  <a:lnTo>
                    <a:pt x="401" y="662"/>
                  </a:lnTo>
                  <a:close/>
                  <a:moveTo>
                    <a:pt x="401" y="516"/>
                  </a:moveTo>
                  <a:lnTo>
                    <a:pt x="473" y="516"/>
                  </a:lnTo>
                  <a:lnTo>
                    <a:pt x="473" y="588"/>
                  </a:lnTo>
                  <a:lnTo>
                    <a:pt x="401" y="588"/>
                  </a:lnTo>
                  <a:lnTo>
                    <a:pt x="401" y="516"/>
                  </a:lnTo>
                  <a:close/>
                  <a:moveTo>
                    <a:pt x="288" y="1104"/>
                  </a:moveTo>
                  <a:lnTo>
                    <a:pt x="360" y="1104"/>
                  </a:lnTo>
                  <a:lnTo>
                    <a:pt x="360" y="1176"/>
                  </a:lnTo>
                  <a:lnTo>
                    <a:pt x="288" y="1176"/>
                  </a:lnTo>
                  <a:lnTo>
                    <a:pt x="288" y="1104"/>
                  </a:lnTo>
                  <a:close/>
                  <a:moveTo>
                    <a:pt x="288" y="957"/>
                  </a:moveTo>
                  <a:lnTo>
                    <a:pt x="360" y="957"/>
                  </a:lnTo>
                  <a:lnTo>
                    <a:pt x="360" y="1029"/>
                  </a:lnTo>
                  <a:lnTo>
                    <a:pt x="288" y="1029"/>
                  </a:lnTo>
                  <a:lnTo>
                    <a:pt x="288" y="957"/>
                  </a:lnTo>
                  <a:close/>
                  <a:moveTo>
                    <a:pt x="288" y="662"/>
                  </a:moveTo>
                  <a:lnTo>
                    <a:pt x="360" y="662"/>
                  </a:lnTo>
                  <a:lnTo>
                    <a:pt x="360" y="734"/>
                  </a:lnTo>
                  <a:lnTo>
                    <a:pt x="288" y="734"/>
                  </a:lnTo>
                  <a:lnTo>
                    <a:pt x="288" y="662"/>
                  </a:lnTo>
                  <a:close/>
                  <a:moveTo>
                    <a:pt x="288" y="516"/>
                  </a:moveTo>
                  <a:lnTo>
                    <a:pt x="360" y="516"/>
                  </a:lnTo>
                  <a:lnTo>
                    <a:pt x="360" y="588"/>
                  </a:lnTo>
                  <a:lnTo>
                    <a:pt x="288" y="588"/>
                  </a:lnTo>
                  <a:lnTo>
                    <a:pt x="288" y="516"/>
                  </a:lnTo>
                  <a:close/>
                  <a:moveTo>
                    <a:pt x="288" y="370"/>
                  </a:moveTo>
                  <a:lnTo>
                    <a:pt x="360" y="370"/>
                  </a:lnTo>
                  <a:lnTo>
                    <a:pt x="360" y="442"/>
                  </a:lnTo>
                  <a:lnTo>
                    <a:pt x="288" y="442"/>
                  </a:lnTo>
                  <a:lnTo>
                    <a:pt x="288" y="370"/>
                  </a:lnTo>
                  <a:close/>
                  <a:moveTo>
                    <a:pt x="173" y="1252"/>
                  </a:moveTo>
                  <a:lnTo>
                    <a:pt x="245" y="1252"/>
                  </a:lnTo>
                  <a:lnTo>
                    <a:pt x="245" y="1324"/>
                  </a:lnTo>
                  <a:lnTo>
                    <a:pt x="173" y="1324"/>
                  </a:lnTo>
                  <a:lnTo>
                    <a:pt x="173" y="1252"/>
                  </a:lnTo>
                  <a:close/>
                  <a:moveTo>
                    <a:pt x="173" y="1104"/>
                  </a:moveTo>
                  <a:lnTo>
                    <a:pt x="245" y="1104"/>
                  </a:lnTo>
                  <a:lnTo>
                    <a:pt x="245" y="1176"/>
                  </a:lnTo>
                  <a:lnTo>
                    <a:pt x="173" y="1176"/>
                  </a:lnTo>
                  <a:lnTo>
                    <a:pt x="173" y="1104"/>
                  </a:lnTo>
                  <a:close/>
                  <a:moveTo>
                    <a:pt x="173" y="811"/>
                  </a:moveTo>
                  <a:lnTo>
                    <a:pt x="245" y="811"/>
                  </a:lnTo>
                  <a:lnTo>
                    <a:pt x="245" y="883"/>
                  </a:lnTo>
                  <a:lnTo>
                    <a:pt x="173" y="883"/>
                  </a:lnTo>
                  <a:lnTo>
                    <a:pt x="173" y="811"/>
                  </a:lnTo>
                  <a:close/>
                  <a:moveTo>
                    <a:pt x="173" y="662"/>
                  </a:moveTo>
                  <a:lnTo>
                    <a:pt x="245" y="662"/>
                  </a:lnTo>
                  <a:lnTo>
                    <a:pt x="245" y="734"/>
                  </a:lnTo>
                  <a:lnTo>
                    <a:pt x="173" y="734"/>
                  </a:lnTo>
                  <a:lnTo>
                    <a:pt x="173" y="662"/>
                  </a:lnTo>
                  <a:close/>
                  <a:moveTo>
                    <a:pt x="173" y="516"/>
                  </a:moveTo>
                  <a:lnTo>
                    <a:pt x="245" y="516"/>
                  </a:lnTo>
                  <a:lnTo>
                    <a:pt x="245" y="588"/>
                  </a:lnTo>
                  <a:lnTo>
                    <a:pt x="173" y="588"/>
                  </a:lnTo>
                  <a:lnTo>
                    <a:pt x="173" y="516"/>
                  </a:lnTo>
                  <a:close/>
                  <a:moveTo>
                    <a:pt x="173" y="370"/>
                  </a:moveTo>
                  <a:lnTo>
                    <a:pt x="245" y="370"/>
                  </a:lnTo>
                  <a:lnTo>
                    <a:pt x="245" y="442"/>
                  </a:lnTo>
                  <a:lnTo>
                    <a:pt x="173" y="442"/>
                  </a:lnTo>
                  <a:lnTo>
                    <a:pt x="173" y="370"/>
                  </a:lnTo>
                  <a:close/>
                  <a:moveTo>
                    <a:pt x="60" y="1252"/>
                  </a:moveTo>
                  <a:lnTo>
                    <a:pt x="132" y="1252"/>
                  </a:lnTo>
                  <a:lnTo>
                    <a:pt x="132" y="1324"/>
                  </a:lnTo>
                  <a:lnTo>
                    <a:pt x="60" y="1324"/>
                  </a:lnTo>
                  <a:lnTo>
                    <a:pt x="60" y="1252"/>
                  </a:lnTo>
                  <a:close/>
                  <a:moveTo>
                    <a:pt x="60" y="1104"/>
                  </a:moveTo>
                  <a:lnTo>
                    <a:pt x="132" y="1104"/>
                  </a:lnTo>
                  <a:lnTo>
                    <a:pt x="132" y="1176"/>
                  </a:lnTo>
                  <a:lnTo>
                    <a:pt x="60" y="1176"/>
                  </a:lnTo>
                  <a:lnTo>
                    <a:pt x="60" y="1104"/>
                  </a:lnTo>
                  <a:close/>
                  <a:moveTo>
                    <a:pt x="60" y="957"/>
                  </a:moveTo>
                  <a:lnTo>
                    <a:pt x="132" y="957"/>
                  </a:lnTo>
                  <a:lnTo>
                    <a:pt x="132" y="1029"/>
                  </a:lnTo>
                  <a:lnTo>
                    <a:pt x="60" y="1029"/>
                  </a:lnTo>
                  <a:lnTo>
                    <a:pt x="60" y="957"/>
                  </a:lnTo>
                  <a:close/>
                  <a:moveTo>
                    <a:pt x="60" y="811"/>
                  </a:moveTo>
                  <a:lnTo>
                    <a:pt x="132" y="811"/>
                  </a:lnTo>
                  <a:lnTo>
                    <a:pt x="132" y="883"/>
                  </a:lnTo>
                  <a:lnTo>
                    <a:pt x="60" y="883"/>
                  </a:lnTo>
                  <a:lnTo>
                    <a:pt x="60" y="811"/>
                  </a:lnTo>
                  <a:close/>
                  <a:moveTo>
                    <a:pt x="60" y="516"/>
                  </a:moveTo>
                  <a:lnTo>
                    <a:pt x="132" y="516"/>
                  </a:lnTo>
                  <a:lnTo>
                    <a:pt x="132" y="588"/>
                  </a:lnTo>
                  <a:lnTo>
                    <a:pt x="60" y="588"/>
                  </a:lnTo>
                  <a:lnTo>
                    <a:pt x="60" y="5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62" name="í$ḷiďe"/>
            <p:cNvSpPr/>
            <p:nvPr/>
          </p:nvSpPr>
          <p:spPr bwMode="auto">
            <a:xfrm>
              <a:off x="5907088" y="4092575"/>
              <a:ext cx="846138" cy="2030413"/>
            </a:xfrm>
            <a:custGeom>
              <a:avLst/>
              <a:gdLst>
                <a:gd name="T0" fmla="*/ 0 w 533"/>
                <a:gd name="T1" fmla="*/ 224 h 1279"/>
                <a:gd name="T2" fmla="*/ 0 w 533"/>
                <a:gd name="T3" fmla="*/ 1279 h 1279"/>
                <a:gd name="T4" fmla="*/ 533 w 533"/>
                <a:gd name="T5" fmla="*/ 1279 h 1279"/>
                <a:gd name="T6" fmla="*/ 533 w 533"/>
                <a:gd name="T7" fmla="*/ 224 h 1279"/>
                <a:gd name="T8" fmla="*/ 451 w 533"/>
                <a:gd name="T9" fmla="*/ 224 h 1279"/>
                <a:gd name="T10" fmla="*/ 451 w 533"/>
                <a:gd name="T11" fmla="*/ 116 h 1279"/>
                <a:gd name="T12" fmla="*/ 82 w 533"/>
                <a:gd name="T13" fmla="*/ 0 h 1279"/>
                <a:gd name="T14" fmla="*/ 82 w 533"/>
                <a:gd name="T15" fmla="*/ 224 h 1279"/>
                <a:gd name="T16" fmla="*/ 0 w 533"/>
                <a:gd name="T17" fmla="*/ 224 h 1279"/>
                <a:gd name="T18" fmla="*/ 324 w 533"/>
                <a:gd name="T19" fmla="*/ 792 h 1279"/>
                <a:gd name="T20" fmla="*/ 432 w 533"/>
                <a:gd name="T21" fmla="*/ 792 h 1279"/>
                <a:gd name="T22" fmla="*/ 432 w 533"/>
                <a:gd name="T23" fmla="*/ 900 h 1279"/>
                <a:gd name="T24" fmla="*/ 324 w 533"/>
                <a:gd name="T25" fmla="*/ 900 h 1279"/>
                <a:gd name="T26" fmla="*/ 324 w 533"/>
                <a:gd name="T27" fmla="*/ 792 h 1279"/>
                <a:gd name="T28" fmla="*/ 324 w 533"/>
                <a:gd name="T29" fmla="*/ 574 h 1279"/>
                <a:gd name="T30" fmla="*/ 432 w 533"/>
                <a:gd name="T31" fmla="*/ 574 h 1279"/>
                <a:gd name="T32" fmla="*/ 432 w 533"/>
                <a:gd name="T33" fmla="*/ 682 h 1279"/>
                <a:gd name="T34" fmla="*/ 324 w 533"/>
                <a:gd name="T35" fmla="*/ 682 h 1279"/>
                <a:gd name="T36" fmla="*/ 324 w 533"/>
                <a:gd name="T37" fmla="*/ 574 h 1279"/>
                <a:gd name="T38" fmla="*/ 324 w 533"/>
                <a:gd name="T39" fmla="*/ 355 h 1279"/>
                <a:gd name="T40" fmla="*/ 432 w 533"/>
                <a:gd name="T41" fmla="*/ 355 h 1279"/>
                <a:gd name="T42" fmla="*/ 432 w 533"/>
                <a:gd name="T43" fmla="*/ 463 h 1279"/>
                <a:gd name="T44" fmla="*/ 324 w 533"/>
                <a:gd name="T45" fmla="*/ 463 h 1279"/>
                <a:gd name="T46" fmla="*/ 324 w 533"/>
                <a:gd name="T47" fmla="*/ 355 h 1279"/>
                <a:gd name="T48" fmla="*/ 101 w 533"/>
                <a:gd name="T49" fmla="*/ 792 h 1279"/>
                <a:gd name="T50" fmla="*/ 209 w 533"/>
                <a:gd name="T51" fmla="*/ 792 h 1279"/>
                <a:gd name="T52" fmla="*/ 209 w 533"/>
                <a:gd name="T53" fmla="*/ 900 h 1279"/>
                <a:gd name="T54" fmla="*/ 101 w 533"/>
                <a:gd name="T55" fmla="*/ 900 h 1279"/>
                <a:gd name="T56" fmla="*/ 101 w 533"/>
                <a:gd name="T57" fmla="*/ 792 h 1279"/>
                <a:gd name="T58" fmla="*/ 101 w 533"/>
                <a:gd name="T59" fmla="*/ 574 h 1279"/>
                <a:gd name="T60" fmla="*/ 209 w 533"/>
                <a:gd name="T61" fmla="*/ 574 h 1279"/>
                <a:gd name="T62" fmla="*/ 209 w 533"/>
                <a:gd name="T63" fmla="*/ 682 h 1279"/>
                <a:gd name="T64" fmla="*/ 101 w 533"/>
                <a:gd name="T65" fmla="*/ 682 h 1279"/>
                <a:gd name="T66" fmla="*/ 101 w 533"/>
                <a:gd name="T67" fmla="*/ 574 h 1279"/>
                <a:gd name="T68" fmla="*/ 101 w 533"/>
                <a:gd name="T69" fmla="*/ 355 h 1279"/>
                <a:gd name="T70" fmla="*/ 209 w 533"/>
                <a:gd name="T71" fmla="*/ 355 h 1279"/>
                <a:gd name="T72" fmla="*/ 209 w 533"/>
                <a:gd name="T73" fmla="*/ 463 h 1279"/>
                <a:gd name="T74" fmla="*/ 101 w 533"/>
                <a:gd name="T75" fmla="*/ 463 h 1279"/>
                <a:gd name="T76" fmla="*/ 101 w 533"/>
                <a:gd name="T77" fmla="*/ 355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3" h="1279">
                  <a:moveTo>
                    <a:pt x="0" y="224"/>
                  </a:moveTo>
                  <a:lnTo>
                    <a:pt x="0" y="1279"/>
                  </a:lnTo>
                  <a:lnTo>
                    <a:pt x="533" y="1279"/>
                  </a:lnTo>
                  <a:lnTo>
                    <a:pt x="533" y="224"/>
                  </a:lnTo>
                  <a:lnTo>
                    <a:pt x="451" y="224"/>
                  </a:lnTo>
                  <a:lnTo>
                    <a:pt x="451" y="116"/>
                  </a:lnTo>
                  <a:lnTo>
                    <a:pt x="82" y="0"/>
                  </a:lnTo>
                  <a:lnTo>
                    <a:pt x="82" y="224"/>
                  </a:lnTo>
                  <a:lnTo>
                    <a:pt x="0" y="224"/>
                  </a:lnTo>
                  <a:close/>
                  <a:moveTo>
                    <a:pt x="324" y="792"/>
                  </a:moveTo>
                  <a:lnTo>
                    <a:pt x="432" y="792"/>
                  </a:lnTo>
                  <a:lnTo>
                    <a:pt x="432" y="900"/>
                  </a:lnTo>
                  <a:lnTo>
                    <a:pt x="324" y="900"/>
                  </a:lnTo>
                  <a:lnTo>
                    <a:pt x="324" y="792"/>
                  </a:lnTo>
                  <a:close/>
                  <a:moveTo>
                    <a:pt x="324" y="574"/>
                  </a:moveTo>
                  <a:lnTo>
                    <a:pt x="432" y="574"/>
                  </a:lnTo>
                  <a:lnTo>
                    <a:pt x="432" y="682"/>
                  </a:lnTo>
                  <a:lnTo>
                    <a:pt x="324" y="682"/>
                  </a:lnTo>
                  <a:lnTo>
                    <a:pt x="324" y="574"/>
                  </a:lnTo>
                  <a:close/>
                  <a:moveTo>
                    <a:pt x="324" y="355"/>
                  </a:moveTo>
                  <a:lnTo>
                    <a:pt x="432" y="355"/>
                  </a:lnTo>
                  <a:lnTo>
                    <a:pt x="432" y="463"/>
                  </a:lnTo>
                  <a:lnTo>
                    <a:pt x="324" y="463"/>
                  </a:lnTo>
                  <a:lnTo>
                    <a:pt x="324" y="355"/>
                  </a:lnTo>
                  <a:close/>
                  <a:moveTo>
                    <a:pt x="101" y="792"/>
                  </a:moveTo>
                  <a:lnTo>
                    <a:pt x="209" y="792"/>
                  </a:lnTo>
                  <a:lnTo>
                    <a:pt x="209" y="900"/>
                  </a:lnTo>
                  <a:lnTo>
                    <a:pt x="101" y="900"/>
                  </a:lnTo>
                  <a:lnTo>
                    <a:pt x="101" y="792"/>
                  </a:lnTo>
                  <a:close/>
                  <a:moveTo>
                    <a:pt x="101" y="574"/>
                  </a:moveTo>
                  <a:lnTo>
                    <a:pt x="209" y="574"/>
                  </a:lnTo>
                  <a:lnTo>
                    <a:pt x="209" y="682"/>
                  </a:lnTo>
                  <a:lnTo>
                    <a:pt x="101" y="682"/>
                  </a:lnTo>
                  <a:lnTo>
                    <a:pt x="101" y="574"/>
                  </a:lnTo>
                  <a:close/>
                  <a:moveTo>
                    <a:pt x="101" y="355"/>
                  </a:moveTo>
                  <a:lnTo>
                    <a:pt x="209" y="355"/>
                  </a:lnTo>
                  <a:lnTo>
                    <a:pt x="209" y="463"/>
                  </a:lnTo>
                  <a:lnTo>
                    <a:pt x="101" y="463"/>
                  </a:lnTo>
                  <a:lnTo>
                    <a:pt x="101" y="3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</p:grpSp>
      <p:grpSp>
        <p:nvGrpSpPr>
          <p:cNvPr id="47" name="isḷidé"/>
          <p:cNvGrpSpPr/>
          <p:nvPr userDrawn="1"/>
        </p:nvGrpSpPr>
        <p:grpSpPr>
          <a:xfrm flipH="1">
            <a:off x="8587607" y="4206928"/>
            <a:ext cx="2807116" cy="1687220"/>
            <a:chOff x="107951" y="2128838"/>
            <a:chExt cx="6645275" cy="3994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48" name="íŝḻïḓè"/>
            <p:cNvSpPr/>
            <p:nvPr/>
          </p:nvSpPr>
          <p:spPr bwMode="auto">
            <a:xfrm>
              <a:off x="1074738" y="3060700"/>
              <a:ext cx="844550" cy="3062288"/>
            </a:xfrm>
            <a:custGeom>
              <a:avLst/>
              <a:gdLst>
                <a:gd name="T0" fmla="*/ 0 w 532"/>
                <a:gd name="T1" fmla="*/ 355 h 1929"/>
                <a:gd name="T2" fmla="*/ 0 w 532"/>
                <a:gd name="T3" fmla="*/ 1929 h 1929"/>
                <a:gd name="T4" fmla="*/ 532 w 532"/>
                <a:gd name="T5" fmla="*/ 1929 h 1929"/>
                <a:gd name="T6" fmla="*/ 532 w 532"/>
                <a:gd name="T7" fmla="*/ 0 h 1929"/>
                <a:gd name="T8" fmla="*/ 0 w 532"/>
                <a:gd name="T9" fmla="*/ 355 h 1929"/>
                <a:gd name="T10" fmla="*/ 69 w 532"/>
                <a:gd name="T11" fmla="*/ 1502 h 1929"/>
                <a:gd name="T12" fmla="*/ 462 w 532"/>
                <a:gd name="T13" fmla="*/ 1502 h 1929"/>
                <a:gd name="T14" fmla="*/ 462 w 532"/>
                <a:gd name="T15" fmla="*/ 1543 h 1929"/>
                <a:gd name="T16" fmla="*/ 69 w 532"/>
                <a:gd name="T17" fmla="*/ 1543 h 1929"/>
                <a:gd name="T18" fmla="*/ 69 w 532"/>
                <a:gd name="T19" fmla="*/ 1502 h 1929"/>
                <a:gd name="T20" fmla="*/ 69 w 532"/>
                <a:gd name="T21" fmla="*/ 1387 h 1929"/>
                <a:gd name="T22" fmla="*/ 462 w 532"/>
                <a:gd name="T23" fmla="*/ 1387 h 1929"/>
                <a:gd name="T24" fmla="*/ 462 w 532"/>
                <a:gd name="T25" fmla="*/ 1428 h 1929"/>
                <a:gd name="T26" fmla="*/ 69 w 532"/>
                <a:gd name="T27" fmla="*/ 1428 h 1929"/>
                <a:gd name="T28" fmla="*/ 69 w 532"/>
                <a:gd name="T29" fmla="*/ 1387 h 1929"/>
                <a:gd name="T30" fmla="*/ 69 w 532"/>
                <a:gd name="T31" fmla="*/ 1272 h 1929"/>
                <a:gd name="T32" fmla="*/ 462 w 532"/>
                <a:gd name="T33" fmla="*/ 1272 h 1929"/>
                <a:gd name="T34" fmla="*/ 462 w 532"/>
                <a:gd name="T35" fmla="*/ 1315 h 1929"/>
                <a:gd name="T36" fmla="*/ 69 w 532"/>
                <a:gd name="T37" fmla="*/ 1315 h 1929"/>
                <a:gd name="T38" fmla="*/ 69 w 532"/>
                <a:gd name="T39" fmla="*/ 1272 h 1929"/>
                <a:gd name="T40" fmla="*/ 69 w 532"/>
                <a:gd name="T41" fmla="*/ 1157 h 1929"/>
                <a:gd name="T42" fmla="*/ 462 w 532"/>
                <a:gd name="T43" fmla="*/ 1157 h 1929"/>
                <a:gd name="T44" fmla="*/ 462 w 532"/>
                <a:gd name="T45" fmla="*/ 1200 h 1929"/>
                <a:gd name="T46" fmla="*/ 69 w 532"/>
                <a:gd name="T47" fmla="*/ 1200 h 1929"/>
                <a:gd name="T48" fmla="*/ 69 w 532"/>
                <a:gd name="T49" fmla="*/ 1157 h 1929"/>
                <a:gd name="T50" fmla="*/ 69 w 532"/>
                <a:gd name="T51" fmla="*/ 1044 h 1929"/>
                <a:gd name="T52" fmla="*/ 462 w 532"/>
                <a:gd name="T53" fmla="*/ 1044 h 1929"/>
                <a:gd name="T54" fmla="*/ 462 w 532"/>
                <a:gd name="T55" fmla="*/ 1085 h 1929"/>
                <a:gd name="T56" fmla="*/ 69 w 532"/>
                <a:gd name="T57" fmla="*/ 1085 h 1929"/>
                <a:gd name="T58" fmla="*/ 69 w 532"/>
                <a:gd name="T59" fmla="*/ 1044 h 1929"/>
                <a:gd name="T60" fmla="*/ 69 w 532"/>
                <a:gd name="T61" fmla="*/ 929 h 1929"/>
                <a:gd name="T62" fmla="*/ 462 w 532"/>
                <a:gd name="T63" fmla="*/ 929 h 1929"/>
                <a:gd name="T64" fmla="*/ 462 w 532"/>
                <a:gd name="T65" fmla="*/ 969 h 1929"/>
                <a:gd name="T66" fmla="*/ 69 w 532"/>
                <a:gd name="T67" fmla="*/ 969 h 1929"/>
                <a:gd name="T68" fmla="*/ 69 w 532"/>
                <a:gd name="T69" fmla="*/ 929 h 1929"/>
                <a:gd name="T70" fmla="*/ 69 w 532"/>
                <a:gd name="T71" fmla="*/ 814 h 1929"/>
                <a:gd name="T72" fmla="*/ 462 w 532"/>
                <a:gd name="T73" fmla="*/ 814 h 1929"/>
                <a:gd name="T74" fmla="*/ 462 w 532"/>
                <a:gd name="T75" fmla="*/ 854 h 1929"/>
                <a:gd name="T76" fmla="*/ 69 w 532"/>
                <a:gd name="T77" fmla="*/ 854 h 1929"/>
                <a:gd name="T78" fmla="*/ 69 w 532"/>
                <a:gd name="T79" fmla="*/ 814 h 1929"/>
                <a:gd name="T80" fmla="*/ 69 w 532"/>
                <a:gd name="T81" fmla="*/ 698 h 1929"/>
                <a:gd name="T82" fmla="*/ 462 w 532"/>
                <a:gd name="T83" fmla="*/ 698 h 1929"/>
                <a:gd name="T84" fmla="*/ 462 w 532"/>
                <a:gd name="T85" fmla="*/ 739 h 1929"/>
                <a:gd name="T86" fmla="*/ 69 w 532"/>
                <a:gd name="T87" fmla="*/ 739 h 1929"/>
                <a:gd name="T88" fmla="*/ 69 w 532"/>
                <a:gd name="T89" fmla="*/ 698 h 1929"/>
                <a:gd name="T90" fmla="*/ 69 w 532"/>
                <a:gd name="T91" fmla="*/ 583 h 1929"/>
                <a:gd name="T92" fmla="*/ 462 w 532"/>
                <a:gd name="T93" fmla="*/ 583 h 1929"/>
                <a:gd name="T94" fmla="*/ 462 w 532"/>
                <a:gd name="T95" fmla="*/ 626 h 1929"/>
                <a:gd name="T96" fmla="*/ 69 w 532"/>
                <a:gd name="T97" fmla="*/ 626 h 1929"/>
                <a:gd name="T98" fmla="*/ 69 w 532"/>
                <a:gd name="T99" fmla="*/ 583 h 1929"/>
                <a:gd name="T100" fmla="*/ 69 w 532"/>
                <a:gd name="T101" fmla="*/ 468 h 1929"/>
                <a:gd name="T102" fmla="*/ 462 w 532"/>
                <a:gd name="T103" fmla="*/ 468 h 1929"/>
                <a:gd name="T104" fmla="*/ 462 w 532"/>
                <a:gd name="T105" fmla="*/ 511 h 1929"/>
                <a:gd name="T106" fmla="*/ 69 w 532"/>
                <a:gd name="T107" fmla="*/ 511 h 1929"/>
                <a:gd name="T108" fmla="*/ 69 w 532"/>
                <a:gd name="T109" fmla="*/ 468 h 1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32" h="1929">
                  <a:moveTo>
                    <a:pt x="0" y="355"/>
                  </a:moveTo>
                  <a:lnTo>
                    <a:pt x="0" y="1929"/>
                  </a:lnTo>
                  <a:lnTo>
                    <a:pt x="532" y="1929"/>
                  </a:lnTo>
                  <a:lnTo>
                    <a:pt x="532" y="0"/>
                  </a:lnTo>
                  <a:lnTo>
                    <a:pt x="0" y="355"/>
                  </a:lnTo>
                  <a:close/>
                  <a:moveTo>
                    <a:pt x="69" y="1502"/>
                  </a:moveTo>
                  <a:lnTo>
                    <a:pt x="462" y="1502"/>
                  </a:lnTo>
                  <a:lnTo>
                    <a:pt x="462" y="1543"/>
                  </a:lnTo>
                  <a:lnTo>
                    <a:pt x="69" y="1543"/>
                  </a:lnTo>
                  <a:lnTo>
                    <a:pt x="69" y="1502"/>
                  </a:lnTo>
                  <a:close/>
                  <a:moveTo>
                    <a:pt x="69" y="1387"/>
                  </a:moveTo>
                  <a:lnTo>
                    <a:pt x="462" y="1387"/>
                  </a:lnTo>
                  <a:lnTo>
                    <a:pt x="462" y="1428"/>
                  </a:lnTo>
                  <a:lnTo>
                    <a:pt x="69" y="1428"/>
                  </a:lnTo>
                  <a:lnTo>
                    <a:pt x="69" y="1387"/>
                  </a:lnTo>
                  <a:close/>
                  <a:moveTo>
                    <a:pt x="69" y="1272"/>
                  </a:moveTo>
                  <a:lnTo>
                    <a:pt x="462" y="1272"/>
                  </a:lnTo>
                  <a:lnTo>
                    <a:pt x="462" y="1315"/>
                  </a:lnTo>
                  <a:lnTo>
                    <a:pt x="69" y="1315"/>
                  </a:lnTo>
                  <a:lnTo>
                    <a:pt x="69" y="1272"/>
                  </a:lnTo>
                  <a:close/>
                  <a:moveTo>
                    <a:pt x="69" y="1157"/>
                  </a:moveTo>
                  <a:lnTo>
                    <a:pt x="462" y="1157"/>
                  </a:lnTo>
                  <a:lnTo>
                    <a:pt x="462" y="1200"/>
                  </a:lnTo>
                  <a:lnTo>
                    <a:pt x="69" y="1200"/>
                  </a:lnTo>
                  <a:lnTo>
                    <a:pt x="69" y="1157"/>
                  </a:lnTo>
                  <a:close/>
                  <a:moveTo>
                    <a:pt x="69" y="1044"/>
                  </a:moveTo>
                  <a:lnTo>
                    <a:pt x="462" y="1044"/>
                  </a:lnTo>
                  <a:lnTo>
                    <a:pt x="462" y="1085"/>
                  </a:lnTo>
                  <a:lnTo>
                    <a:pt x="69" y="1085"/>
                  </a:lnTo>
                  <a:lnTo>
                    <a:pt x="69" y="1044"/>
                  </a:lnTo>
                  <a:close/>
                  <a:moveTo>
                    <a:pt x="69" y="929"/>
                  </a:moveTo>
                  <a:lnTo>
                    <a:pt x="462" y="929"/>
                  </a:lnTo>
                  <a:lnTo>
                    <a:pt x="462" y="969"/>
                  </a:lnTo>
                  <a:lnTo>
                    <a:pt x="69" y="969"/>
                  </a:lnTo>
                  <a:lnTo>
                    <a:pt x="69" y="929"/>
                  </a:lnTo>
                  <a:close/>
                  <a:moveTo>
                    <a:pt x="69" y="814"/>
                  </a:moveTo>
                  <a:lnTo>
                    <a:pt x="462" y="814"/>
                  </a:lnTo>
                  <a:lnTo>
                    <a:pt x="462" y="854"/>
                  </a:lnTo>
                  <a:lnTo>
                    <a:pt x="69" y="854"/>
                  </a:lnTo>
                  <a:lnTo>
                    <a:pt x="69" y="814"/>
                  </a:lnTo>
                  <a:close/>
                  <a:moveTo>
                    <a:pt x="69" y="698"/>
                  </a:moveTo>
                  <a:lnTo>
                    <a:pt x="462" y="698"/>
                  </a:lnTo>
                  <a:lnTo>
                    <a:pt x="462" y="739"/>
                  </a:lnTo>
                  <a:lnTo>
                    <a:pt x="69" y="739"/>
                  </a:lnTo>
                  <a:lnTo>
                    <a:pt x="69" y="698"/>
                  </a:lnTo>
                  <a:close/>
                  <a:moveTo>
                    <a:pt x="69" y="583"/>
                  </a:moveTo>
                  <a:lnTo>
                    <a:pt x="462" y="583"/>
                  </a:lnTo>
                  <a:lnTo>
                    <a:pt x="462" y="626"/>
                  </a:lnTo>
                  <a:lnTo>
                    <a:pt x="69" y="626"/>
                  </a:lnTo>
                  <a:lnTo>
                    <a:pt x="69" y="583"/>
                  </a:lnTo>
                  <a:close/>
                  <a:moveTo>
                    <a:pt x="69" y="468"/>
                  </a:moveTo>
                  <a:lnTo>
                    <a:pt x="462" y="468"/>
                  </a:lnTo>
                  <a:lnTo>
                    <a:pt x="462" y="511"/>
                  </a:lnTo>
                  <a:lnTo>
                    <a:pt x="69" y="511"/>
                  </a:lnTo>
                  <a:lnTo>
                    <a:pt x="69" y="4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49" name="iŝļïďe"/>
            <p:cNvSpPr/>
            <p:nvPr/>
          </p:nvSpPr>
          <p:spPr bwMode="auto">
            <a:xfrm>
              <a:off x="107951" y="3571875"/>
              <a:ext cx="844550" cy="2551113"/>
            </a:xfrm>
            <a:custGeom>
              <a:avLst/>
              <a:gdLst>
                <a:gd name="T0" fmla="*/ 0 w 532"/>
                <a:gd name="T1" fmla="*/ 314 h 1607"/>
                <a:gd name="T2" fmla="*/ 0 w 532"/>
                <a:gd name="T3" fmla="*/ 1607 h 1607"/>
                <a:gd name="T4" fmla="*/ 532 w 532"/>
                <a:gd name="T5" fmla="*/ 1607 h 1607"/>
                <a:gd name="T6" fmla="*/ 532 w 532"/>
                <a:gd name="T7" fmla="*/ 314 h 1607"/>
                <a:gd name="T8" fmla="*/ 347 w 532"/>
                <a:gd name="T9" fmla="*/ 314 h 1607"/>
                <a:gd name="T10" fmla="*/ 347 w 532"/>
                <a:gd name="T11" fmla="*/ 192 h 1607"/>
                <a:gd name="T12" fmla="*/ 242 w 532"/>
                <a:gd name="T13" fmla="*/ 192 h 1607"/>
                <a:gd name="T14" fmla="*/ 242 w 532"/>
                <a:gd name="T15" fmla="*/ 314 h 1607"/>
                <a:gd name="T16" fmla="*/ 163 w 532"/>
                <a:gd name="T17" fmla="*/ 314 h 1607"/>
                <a:gd name="T18" fmla="*/ 163 w 532"/>
                <a:gd name="T19" fmla="*/ 0 h 1607"/>
                <a:gd name="T20" fmla="*/ 55 w 532"/>
                <a:gd name="T21" fmla="*/ 0 h 1607"/>
                <a:gd name="T22" fmla="*/ 55 w 532"/>
                <a:gd name="T23" fmla="*/ 314 h 1607"/>
                <a:gd name="T24" fmla="*/ 0 w 532"/>
                <a:gd name="T25" fmla="*/ 314 h 1607"/>
                <a:gd name="T26" fmla="*/ 335 w 532"/>
                <a:gd name="T27" fmla="*/ 1226 h 1607"/>
                <a:gd name="T28" fmla="*/ 438 w 532"/>
                <a:gd name="T29" fmla="*/ 1226 h 1607"/>
                <a:gd name="T30" fmla="*/ 438 w 532"/>
                <a:gd name="T31" fmla="*/ 1329 h 1607"/>
                <a:gd name="T32" fmla="*/ 335 w 532"/>
                <a:gd name="T33" fmla="*/ 1329 h 1607"/>
                <a:gd name="T34" fmla="*/ 335 w 532"/>
                <a:gd name="T35" fmla="*/ 1226 h 1607"/>
                <a:gd name="T36" fmla="*/ 335 w 532"/>
                <a:gd name="T37" fmla="*/ 1034 h 1607"/>
                <a:gd name="T38" fmla="*/ 438 w 532"/>
                <a:gd name="T39" fmla="*/ 1034 h 1607"/>
                <a:gd name="T40" fmla="*/ 438 w 532"/>
                <a:gd name="T41" fmla="*/ 1137 h 1607"/>
                <a:gd name="T42" fmla="*/ 335 w 532"/>
                <a:gd name="T43" fmla="*/ 1137 h 1607"/>
                <a:gd name="T44" fmla="*/ 335 w 532"/>
                <a:gd name="T45" fmla="*/ 1034 h 1607"/>
                <a:gd name="T46" fmla="*/ 335 w 532"/>
                <a:gd name="T47" fmla="*/ 842 h 1607"/>
                <a:gd name="T48" fmla="*/ 438 w 532"/>
                <a:gd name="T49" fmla="*/ 842 h 1607"/>
                <a:gd name="T50" fmla="*/ 438 w 532"/>
                <a:gd name="T51" fmla="*/ 947 h 1607"/>
                <a:gd name="T52" fmla="*/ 335 w 532"/>
                <a:gd name="T53" fmla="*/ 947 h 1607"/>
                <a:gd name="T54" fmla="*/ 335 w 532"/>
                <a:gd name="T55" fmla="*/ 842 h 1607"/>
                <a:gd name="T56" fmla="*/ 335 w 532"/>
                <a:gd name="T57" fmla="*/ 652 h 1607"/>
                <a:gd name="T58" fmla="*/ 438 w 532"/>
                <a:gd name="T59" fmla="*/ 652 h 1607"/>
                <a:gd name="T60" fmla="*/ 438 w 532"/>
                <a:gd name="T61" fmla="*/ 755 h 1607"/>
                <a:gd name="T62" fmla="*/ 335 w 532"/>
                <a:gd name="T63" fmla="*/ 755 h 1607"/>
                <a:gd name="T64" fmla="*/ 335 w 532"/>
                <a:gd name="T65" fmla="*/ 652 h 1607"/>
                <a:gd name="T66" fmla="*/ 335 w 532"/>
                <a:gd name="T67" fmla="*/ 460 h 1607"/>
                <a:gd name="T68" fmla="*/ 438 w 532"/>
                <a:gd name="T69" fmla="*/ 460 h 1607"/>
                <a:gd name="T70" fmla="*/ 438 w 532"/>
                <a:gd name="T71" fmla="*/ 566 h 1607"/>
                <a:gd name="T72" fmla="*/ 335 w 532"/>
                <a:gd name="T73" fmla="*/ 566 h 1607"/>
                <a:gd name="T74" fmla="*/ 335 w 532"/>
                <a:gd name="T75" fmla="*/ 460 h 1607"/>
                <a:gd name="T76" fmla="*/ 93 w 532"/>
                <a:gd name="T77" fmla="*/ 1226 h 1607"/>
                <a:gd name="T78" fmla="*/ 196 w 532"/>
                <a:gd name="T79" fmla="*/ 1226 h 1607"/>
                <a:gd name="T80" fmla="*/ 196 w 532"/>
                <a:gd name="T81" fmla="*/ 1329 h 1607"/>
                <a:gd name="T82" fmla="*/ 93 w 532"/>
                <a:gd name="T83" fmla="*/ 1329 h 1607"/>
                <a:gd name="T84" fmla="*/ 93 w 532"/>
                <a:gd name="T85" fmla="*/ 1226 h 1607"/>
                <a:gd name="T86" fmla="*/ 93 w 532"/>
                <a:gd name="T87" fmla="*/ 1034 h 1607"/>
                <a:gd name="T88" fmla="*/ 196 w 532"/>
                <a:gd name="T89" fmla="*/ 1034 h 1607"/>
                <a:gd name="T90" fmla="*/ 196 w 532"/>
                <a:gd name="T91" fmla="*/ 1137 h 1607"/>
                <a:gd name="T92" fmla="*/ 93 w 532"/>
                <a:gd name="T93" fmla="*/ 1137 h 1607"/>
                <a:gd name="T94" fmla="*/ 93 w 532"/>
                <a:gd name="T95" fmla="*/ 1034 h 1607"/>
                <a:gd name="T96" fmla="*/ 93 w 532"/>
                <a:gd name="T97" fmla="*/ 842 h 1607"/>
                <a:gd name="T98" fmla="*/ 196 w 532"/>
                <a:gd name="T99" fmla="*/ 842 h 1607"/>
                <a:gd name="T100" fmla="*/ 196 w 532"/>
                <a:gd name="T101" fmla="*/ 947 h 1607"/>
                <a:gd name="T102" fmla="*/ 93 w 532"/>
                <a:gd name="T103" fmla="*/ 947 h 1607"/>
                <a:gd name="T104" fmla="*/ 93 w 532"/>
                <a:gd name="T105" fmla="*/ 842 h 1607"/>
                <a:gd name="T106" fmla="*/ 93 w 532"/>
                <a:gd name="T107" fmla="*/ 652 h 1607"/>
                <a:gd name="T108" fmla="*/ 196 w 532"/>
                <a:gd name="T109" fmla="*/ 652 h 1607"/>
                <a:gd name="T110" fmla="*/ 196 w 532"/>
                <a:gd name="T111" fmla="*/ 755 h 1607"/>
                <a:gd name="T112" fmla="*/ 93 w 532"/>
                <a:gd name="T113" fmla="*/ 755 h 1607"/>
                <a:gd name="T114" fmla="*/ 93 w 532"/>
                <a:gd name="T115" fmla="*/ 652 h 1607"/>
                <a:gd name="T116" fmla="*/ 93 w 532"/>
                <a:gd name="T117" fmla="*/ 460 h 1607"/>
                <a:gd name="T118" fmla="*/ 196 w 532"/>
                <a:gd name="T119" fmla="*/ 460 h 1607"/>
                <a:gd name="T120" fmla="*/ 196 w 532"/>
                <a:gd name="T121" fmla="*/ 566 h 1607"/>
                <a:gd name="T122" fmla="*/ 93 w 532"/>
                <a:gd name="T123" fmla="*/ 566 h 1607"/>
                <a:gd name="T124" fmla="*/ 93 w 532"/>
                <a:gd name="T125" fmla="*/ 460 h 1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32" h="1607">
                  <a:moveTo>
                    <a:pt x="0" y="314"/>
                  </a:moveTo>
                  <a:lnTo>
                    <a:pt x="0" y="1607"/>
                  </a:lnTo>
                  <a:lnTo>
                    <a:pt x="532" y="1607"/>
                  </a:lnTo>
                  <a:lnTo>
                    <a:pt x="532" y="314"/>
                  </a:lnTo>
                  <a:lnTo>
                    <a:pt x="347" y="314"/>
                  </a:lnTo>
                  <a:lnTo>
                    <a:pt x="347" y="192"/>
                  </a:lnTo>
                  <a:lnTo>
                    <a:pt x="242" y="192"/>
                  </a:lnTo>
                  <a:lnTo>
                    <a:pt x="242" y="314"/>
                  </a:lnTo>
                  <a:lnTo>
                    <a:pt x="163" y="314"/>
                  </a:lnTo>
                  <a:lnTo>
                    <a:pt x="163" y="0"/>
                  </a:lnTo>
                  <a:lnTo>
                    <a:pt x="55" y="0"/>
                  </a:lnTo>
                  <a:lnTo>
                    <a:pt x="55" y="314"/>
                  </a:lnTo>
                  <a:lnTo>
                    <a:pt x="0" y="314"/>
                  </a:lnTo>
                  <a:close/>
                  <a:moveTo>
                    <a:pt x="335" y="1226"/>
                  </a:moveTo>
                  <a:lnTo>
                    <a:pt x="438" y="1226"/>
                  </a:lnTo>
                  <a:lnTo>
                    <a:pt x="438" y="1329"/>
                  </a:lnTo>
                  <a:lnTo>
                    <a:pt x="335" y="1329"/>
                  </a:lnTo>
                  <a:lnTo>
                    <a:pt x="335" y="1226"/>
                  </a:lnTo>
                  <a:close/>
                  <a:moveTo>
                    <a:pt x="335" y="1034"/>
                  </a:moveTo>
                  <a:lnTo>
                    <a:pt x="438" y="1034"/>
                  </a:lnTo>
                  <a:lnTo>
                    <a:pt x="438" y="1137"/>
                  </a:lnTo>
                  <a:lnTo>
                    <a:pt x="335" y="1137"/>
                  </a:lnTo>
                  <a:lnTo>
                    <a:pt x="335" y="1034"/>
                  </a:lnTo>
                  <a:close/>
                  <a:moveTo>
                    <a:pt x="335" y="842"/>
                  </a:moveTo>
                  <a:lnTo>
                    <a:pt x="438" y="842"/>
                  </a:lnTo>
                  <a:lnTo>
                    <a:pt x="438" y="947"/>
                  </a:lnTo>
                  <a:lnTo>
                    <a:pt x="335" y="947"/>
                  </a:lnTo>
                  <a:lnTo>
                    <a:pt x="335" y="842"/>
                  </a:lnTo>
                  <a:close/>
                  <a:moveTo>
                    <a:pt x="335" y="652"/>
                  </a:moveTo>
                  <a:lnTo>
                    <a:pt x="438" y="652"/>
                  </a:lnTo>
                  <a:lnTo>
                    <a:pt x="438" y="755"/>
                  </a:lnTo>
                  <a:lnTo>
                    <a:pt x="335" y="755"/>
                  </a:lnTo>
                  <a:lnTo>
                    <a:pt x="335" y="652"/>
                  </a:lnTo>
                  <a:close/>
                  <a:moveTo>
                    <a:pt x="335" y="460"/>
                  </a:moveTo>
                  <a:lnTo>
                    <a:pt x="438" y="460"/>
                  </a:lnTo>
                  <a:lnTo>
                    <a:pt x="438" y="566"/>
                  </a:lnTo>
                  <a:lnTo>
                    <a:pt x="335" y="566"/>
                  </a:lnTo>
                  <a:lnTo>
                    <a:pt x="335" y="460"/>
                  </a:lnTo>
                  <a:close/>
                  <a:moveTo>
                    <a:pt x="93" y="1226"/>
                  </a:moveTo>
                  <a:lnTo>
                    <a:pt x="196" y="1226"/>
                  </a:lnTo>
                  <a:lnTo>
                    <a:pt x="196" y="1329"/>
                  </a:lnTo>
                  <a:lnTo>
                    <a:pt x="93" y="1329"/>
                  </a:lnTo>
                  <a:lnTo>
                    <a:pt x="93" y="1226"/>
                  </a:lnTo>
                  <a:close/>
                  <a:moveTo>
                    <a:pt x="93" y="1034"/>
                  </a:moveTo>
                  <a:lnTo>
                    <a:pt x="196" y="1034"/>
                  </a:lnTo>
                  <a:lnTo>
                    <a:pt x="196" y="1137"/>
                  </a:lnTo>
                  <a:lnTo>
                    <a:pt x="93" y="1137"/>
                  </a:lnTo>
                  <a:lnTo>
                    <a:pt x="93" y="1034"/>
                  </a:lnTo>
                  <a:close/>
                  <a:moveTo>
                    <a:pt x="93" y="842"/>
                  </a:moveTo>
                  <a:lnTo>
                    <a:pt x="196" y="842"/>
                  </a:lnTo>
                  <a:lnTo>
                    <a:pt x="196" y="947"/>
                  </a:lnTo>
                  <a:lnTo>
                    <a:pt x="93" y="947"/>
                  </a:lnTo>
                  <a:lnTo>
                    <a:pt x="93" y="842"/>
                  </a:lnTo>
                  <a:close/>
                  <a:moveTo>
                    <a:pt x="93" y="652"/>
                  </a:moveTo>
                  <a:lnTo>
                    <a:pt x="196" y="652"/>
                  </a:lnTo>
                  <a:lnTo>
                    <a:pt x="196" y="755"/>
                  </a:lnTo>
                  <a:lnTo>
                    <a:pt x="93" y="755"/>
                  </a:lnTo>
                  <a:lnTo>
                    <a:pt x="93" y="652"/>
                  </a:lnTo>
                  <a:close/>
                  <a:moveTo>
                    <a:pt x="93" y="460"/>
                  </a:moveTo>
                  <a:lnTo>
                    <a:pt x="196" y="460"/>
                  </a:lnTo>
                  <a:lnTo>
                    <a:pt x="196" y="566"/>
                  </a:lnTo>
                  <a:lnTo>
                    <a:pt x="93" y="566"/>
                  </a:lnTo>
                  <a:lnTo>
                    <a:pt x="93" y="4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0" name="işḻîdê"/>
            <p:cNvSpPr/>
            <p:nvPr/>
          </p:nvSpPr>
          <p:spPr bwMode="auto">
            <a:xfrm>
              <a:off x="3008313" y="2128838"/>
              <a:ext cx="844550" cy="3994150"/>
            </a:xfrm>
            <a:custGeom>
              <a:avLst/>
              <a:gdLst>
                <a:gd name="T0" fmla="*/ 0 w 532"/>
                <a:gd name="T1" fmla="*/ 463 h 2516"/>
                <a:gd name="T2" fmla="*/ 0 w 532"/>
                <a:gd name="T3" fmla="*/ 2516 h 2516"/>
                <a:gd name="T4" fmla="*/ 532 w 532"/>
                <a:gd name="T5" fmla="*/ 2516 h 2516"/>
                <a:gd name="T6" fmla="*/ 532 w 532"/>
                <a:gd name="T7" fmla="*/ 463 h 2516"/>
                <a:gd name="T8" fmla="*/ 258 w 532"/>
                <a:gd name="T9" fmla="*/ 0 h 2516"/>
                <a:gd name="T10" fmla="*/ 0 w 532"/>
                <a:gd name="T11" fmla="*/ 463 h 2516"/>
                <a:gd name="T12" fmla="*/ 371 w 532"/>
                <a:gd name="T13" fmla="*/ 1832 h 2516"/>
                <a:gd name="T14" fmla="*/ 443 w 532"/>
                <a:gd name="T15" fmla="*/ 1832 h 2516"/>
                <a:gd name="T16" fmla="*/ 443 w 532"/>
                <a:gd name="T17" fmla="*/ 2139 h 2516"/>
                <a:gd name="T18" fmla="*/ 371 w 532"/>
                <a:gd name="T19" fmla="*/ 2139 h 2516"/>
                <a:gd name="T20" fmla="*/ 371 w 532"/>
                <a:gd name="T21" fmla="*/ 1832 h 2516"/>
                <a:gd name="T22" fmla="*/ 371 w 532"/>
                <a:gd name="T23" fmla="*/ 1432 h 2516"/>
                <a:gd name="T24" fmla="*/ 443 w 532"/>
                <a:gd name="T25" fmla="*/ 1432 h 2516"/>
                <a:gd name="T26" fmla="*/ 443 w 532"/>
                <a:gd name="T27" fmla="*/ 1739 h 2516"/>
                <a:gd name="T28" fmla="*/ 371 w 532"/>
                <a:gd name="T29" fmla="*/ 1739 h 2516"/>
                <a:gd name="T30" fmla="*/ 371 w 532"/>
                <a:gd name="T31" fmla="*/ 1432 h 2516"/>
                <a:gd name="T32" fmla="*/ 371 w 532"/>
                <a:gd name="T33" fmla="*/ 630 h 2516"/>
                <a:gd name="T34" fmla="*/ 443 w 532"/>
                <a:gd name="T35" fmla="*/ 630 h 2516"/>
                <a:gd name="T36" fmla="*/ 443 w 532"/>
                <a:gd name="T37" fmla="*/ 938 h 2516"/>
                <a:gd name="T38" fmla="*/ 371 w 532"/>
                <a:gd name="T39" fmla="*/ 938 h 2516"/>
                <a:gd name="T40" fmla="*/ 371 w 532"/>
                <a:gd name="T41" fmla="*/ 630 h 2516"/>
                <a:gd name="T42" fmla="*/ 230 w 532"/>
                <a:gd name="T43" fmla="*/ 1832 h 2516"/>
                <a:gd name="T44" fmla="*/ 302 w 532"/>
                <a:gd name="T45" fmla="*/ 1832 h 2516"/>
                <a:gd name="T46" fmla="*/ 302 w 532"/>
                <a:gd name="T47" fmla="*/ 2139 h 2516"/>
                <a:gd name="T48" fmla="*/ 230 w 532"/>
                <a:gd name="T49" fmla="*/ 2139 h 2516"/>
                <a:gd name="T50" fmla="*/ 230 w 532"/>
                <a:gd name="T51" fmla="*/ 1832 h 2516"/>
                <a:gd name="T52" fmla="*/ 230 w 532"/>
                <a:gd name="T53" fmla="*/ 1432 h 2516"/>
                <a:gd name="T54" fmla="*/ 302 w 532"/>
                <a:gd name="T55" fmla="*/ 1432 h 2516"/>
                <a:gd name="T56" fmla="*/ 302 w 532"/>
                <a:gd name="T57" fmla="*/ 1739 h 2516"/>
                <a:gd name="T58" fmla="*/ 230 w 532"/>
                <a:gd name="T59" fmla="*/ 1739 h 2516"/>
                <a:gd name="T60" fmla="*/ 230 w 532"/>
                <a:gd name="T61" fmla="*/ 1432 h 2516"/>
                <a:gd name="T62" fmla="*/ 230 w 532"/>
                <a:gd name="T63" fmla="*/ 1031 h 2516"/>
                <a:gd name="T64" fmla="*/ 302 w 532"/>
                <a:gd name="T65" fmla="*/ 1031 h 2516"/>
                <a:gd name="T66" fmla="*/ 302 w 532"/>
                <a:gd name="T67" fmla="*/ 1338 h 2516"/>
                <a:gd name="T68" fmla="*/ 230 w 532"/>
                <a:gd name="T69" fmla="*/ 1338 h 2516"/>
                <a:gd name="T70" fmla="*/ 230 w 532"/>
                <a:gd name="T71" fmla="*/ 1031 h 2516"/>
                <a:gd name="T72" fmla="*/ 230 w 532"/>
                <a:gd name="T73" fmla="*/ 630 h 2516"/>
                <a:gd name="T74" fmla="*/ 302 w 532"/>
                <a:gd name="T75" fmla="*/ 630 h 2516"/>
                <a:gd name="T76" fmla="*/ 302 w 532"/>
                <a:gd name="T77" fmla="*/ 938 h 2516"/>
                <a:gd name="T78" fmla="*/ 230 w 532"/>
                <a:gd name="T79" fmla="*/ 938 h 2516"/>
                <a:gd name="T80" fmla="*/ 230 w 532"/>
                <a:gd name="T81" fmla="*/ 630 h 2516"/>
                <a:gd name="T82" fmla="*/ 88 w 532"/>
                <a:gd name="T83" fmla="*/ 1832 h 2516"/>
                <a:gd name="T84" fmla="*/ 160 w 532"/>
                <a:gd name="T85" fmla="*/ 1832 h 2516"/>
                <a:gd name="T86" fmla="*/ 160 w 532"/>
                <a:gd name="T87" fmla="*/ 2139 h 2516"/>
                <a:gd name="T88" fmla="*/ 88 w 532"/>
                <a:gd name="T89" fmla="*/ 2139 h 2516"/>
                <a:gd name="T90" fmla="*/ 88 w 532"/>
                <a:gd name="T91" fmla="*/ 1832 h 2516"/>
                <a:gd name="T92" fmla="*/ 88 w 532"/>
                <a:gd name="T93" fmla="*/ 1031 h 2516"/>
                <a:gd name="T94" fmla="*/ 160 w 532"/>
                <a:gd name="T95" fmla="*/ 1031 h 2516"/>
                <a:gd name="T96" fmla="*/ 160 w 532"/>
                <a:gd name="T97" fmla="*/ 1338 h 2516"/>
                <a:gd name="T98" fmla="*/ 88 w 532"/>
                <a:gd name="T99" fmla="*/ 1338 h 2516"/>
                <a:gd name="T100" fmla="*/ 88 w 532"/>
                <a:gd name="T101" fmla="*/ 1031 h 2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2" h="2516">
                  <a:moveTo>
                    <a:pt x="0" y="463"/>
                  </a:moveTo>
                  <a:lnTo>
                    <a:pt x="0" y="2516"/>
                  </a:lnTo>
                  <a:lnTo>
                    <a:pt x="532" y="2516"/>
                  </a:lnTo>
                  <a:lnTo>
                    <a:pt x="532" y="463"/>
                  </a:lnTo>
                  <a:lnTo>
                    <a:pt x="258" y="0"/>
                  </a:lnTo>
                  <a:lnTo>
                    <a:pt x="0" y="463"/>
                  </a:lnTo>
                  <a:close/>
                  <a:moveTo>
                    <a:pt x="371" y="1832"/>
                  </a:moveTo>
                  <a:lnTo>
                    <a:pt x="443" y="1832"/>
                  </a:lnTo>
                  <a:lnTo>
                    <a:pt x="443" y="2139"/>
                  </a:lnTo>
                  <a:lnTo>
                    <a:pt x="371" y="2139"/>
                  </a:lnTo>
                  <a:lnTo>
                    <a:pt x="371" y="1832"/>
                  </a:lnTo>
                  <a:close/>
                  <a:moveTo>
                    <a:pt x="371" y="1432"/>
                  </a:moveTo>
                  <a:lnTo>
                    <a:pt x="443" y="1432"/>
                  </a:lnTo>
                  <a:lnTo>
                    <a:pt x="443" y="1739"/>
                  </a:lnTo>
                  <a:lnTo>
                    <a:pt x="371" y="1739"/>
                  </a:lnTo>
                  <a:lnTo>
                    <a:pt x="371" y="1432"/>
                  </a:lnTo>
                  <a:close/>
                  <a:moveTo>
                    <a:pt x="371" y="630"/>
                  </a:moveTo>
                  <a:lnTo>
                    <a:pt x="443" y="630"/>
                  </a:lnTo>
                  <a:lnTo>
                    <a:pt x="443" y="938"/>
                  </a:lnTo>
                  <a:lnTo>
                    <a:pt x="371" y="938"/>
                  </a:lnTo>
                  <a:lnTo>
                    <a:pt x="371" y="630"/>
                  </a:lnTo>
                  <a:close/>
                  <a:moveTo>
                    <a:pt x="230" y="1832"/>
                  </a:moveTo>
                  <a:lnTo>
                    <a:pt x="302" y="1832"/>
                  </a:lnTo>
                  <a:lnTo>
                    <a:pt x="302" y="2139"/>
                  </a:lnTo>
                  <a:lnTo>
                    <a:pt x="230" y="2139"/>
                  </a:lnTo>
                  <a:lnTo>
                    <a:pt x="230" y="1832"/>
                  </a:lnTo>
                  <a:close/>
                  <a:moveTo>
                    <a:pt x="230" y="1432"/>
                  </a:moveTo>
                  <a:lnTo>
                    <a:pt x="302" y="1432"/>
                  </a:lnTo>
                  <a:lnTo>
                    <a:pt x="302" y="1739"/>
                  </a:lnTo>
                  <a:lnTo>
                    <a:pt x="230" y="1739"/>
                  </a:lnTo>
                  <a:lnTo>
                    <a:pt x="230" y="1432"/>
                  </a:lnTo>
                  <a:close/>
                  <a:moveTo>
                    <a:pt x="230" y="1031"/>
                  </a:moveTo>
                  <a:lnTo>
                    <a:pt x="302" y="1031"/>
                  </a:lnTo>
                  <a:lnTo>
                    <a:pt x="302" y="1338"/>
                  </a:lnTo>
                  <a:lnTo>
                    <a:pt x="230" y="1338"/>
                  </a:lnTo>
                  <a:lnTo>
                    <a:pt x="230" y="1031"/>
                  </a:lnTo>
                  <a:close/>
                  <a:moveTo>
                    <a:pt x="230" y="630"/>
                  </a:moveTo>
                  <a:lnTo>
                    <a:pt x="302" y="630"/>
                  </a:lnTo>
                  <a:lnTo>
                    <a:pt x="302" y="938"/>
                  </a:lnTo>
                  <a:lnTo>
                    <a:pt x="230" y="938"/>
                  </a:lnTo>
                  <a:lnTo>
                    <a:pt x="230" y="630"/>
                  </a:lnTo>
                  <a:close/>
                  <a:moveTo>
                    <a:pt x="88" y="1832"/>
                  </a:moveTo>
                  <a:lnTo>
                    <a:pt x="160" y="1832"/>
                  </a:lnTo>
                  <a:lnTo>
                    <a:pt x="160" y="2139"/>
                  </a:lnTo>
                  <a:lnTo>
                    <a:pt x="88" y="2139"/>
                  </a:lnTo>
                  <a:lnTo>
                    <a:pt x="88" y="1832"/>
                  </a:lnTo>
                  <a:close/>
                  <a:moveTo>
                    <a:pt x="88" y="1031"/>
                  </a:moveTo>
                  <a:lnTo>
                    <a:pt x="160" y="1031"/>
                  </a:lnTo>
                  <a:lnTo>
                    <a:pt x="160" y="1338"/>
                  </a:lnTo>
                  <a:lnTo>
                    <a:pt x="88" y="1338"/>
                  </a:lnTo>
                  <a:lnTo>
                    <a:pt x="88" y="10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1" name="îṡḻïḍê"/>
            <p:cNvSpPr/>
            <p:nvPr/>
          </p:nvSpPr>
          <p:spPr bwMode="auto">
            <a:xfrm>
              <a:off x="2041526" y="3784600"/>
              <a:ext cx="844550" cy="2338388"/>
            </a:xfrm>
            <a:custGeom>
              <a:avLst/>
              <a:gdLst>
                <a:gd name="T0" fmla="*/ 0 w 532"/>
                <a:gd name="T1" fmla="*/ 384 h 1473"/>
                <a:gd name="T2" fmla="*/ 0 w 532"/>
                <a:gd name="T3" fmla="*/ 1473 h 1473"/>
                <a:gd name="T4" fmla="*/ 532 w 532"/>
                <a:gd name="T5" fmla="*/ 1473 h 1473"/>
                <a:gd name="T6" fmla="*/ 532 w 532"/>
                <a:gd name="T7" fmla="*/ 384 h 1473"/>
                <a:gd name="T8" fmla="*/ 465 w 532"/>
                <a:gd name="T9" fmla="*/ 384 h 1473"/>
                <a:gd name="T10" fmla="*/ 465 w 532"/>
                <a:gd name="T11" fmla="*/ 283 h 1473"/>
                <a:gd name="T12" fmla="*/ 388 w 532"/>
                <a:gd name="T13" fmla="*/ 283 h 1473"/>
                <a:gd name="T14" fmla="*/ 388 w 532"/>
                <a:gd name="T15" fmla="*/ 0 h 1473"/>
                <a:gd name="T16" fmla="*/ 143 w 532"/>
                <a:gd name="T17" fmla="*/ 0 h 1473"/>
                <a:gd name="T18" fmla="*/ 143 w 532"/>
                <a:gd name="T19" fmla="*/ 283 h 1473"/>
                <a:gd name="T20" fmla="*/ 67 w 532"/>
                <a:gd name="T21" fmla="*/ 283 h 1473"/>
                <a:gd name="T22" fmla="*/ 67 w 532"/>
                <a:gd name="T23" fmla="*/ 384 h 1473"/>
                <a:gd name="T24" fmla="*/ 0 w 532"/>
                <a:gd name="T25" fmla="*/ 384 h 1473"/>
                <a:gd name="T26" fmla="*/ 362 w 532"/>
                <a:gd name="T27" fmla="*/ 1029 h 1473"/>
                <a:gd name="T28" fmla="*/ 457 w 532"/>
                <a:gd name="T29" fmla="*/ 1029 h 1473"/>
                <a:gd name="T30" fmla="*/ 457 w 532"/>
                <a:gd name="T31" fmla="*/ 1137 h 1473"/>
                <a:gd name="T32" fmla="*/ 362 w 532"/>
                <a:gd name="T33" fmla="*/ 1137 h 1473"/>
                <a:gd name="T34" fmla="*/ 362 w 532"/>
                <a:gd name="T35" fmla="*/ 1029 h 1473"/>
                <a:gd name="T36" fmla="*/ 362 w 532"/>
                <a:gd name="T37" fmla="*/ 681 h 1473"/>
                <a:gd name="T38" fmla="*/ 457 w 532"/>
                <a:gd name="T39" fmla="*/ 681 h 1473"/>
                <a:gd name="T40" fmla="*/ 457 w 532"/>
                <a:gd name="T41" fmla="*/ 792 h 1473"/>
                <a:gd name="T42" fmla="*/ 362 w 532"/>
                <a:gd name="T43" fmla="*/ 792 h 1473"/>
                <a:gd name="T44" fmla="*/ 362 w 532"/>
                <a:gd name="T45" fmla="*/ 681 h 1473"/>
                <a:gd name="T46" fmla="*/ 362 w 532"/>
                <a:gd name="T47" fmla="*/ 509 h 1473"/>
                <a:gd name="T48" fmla="*/ 457 w 532"/>
                <a:gd name="T49" fmla="*/ 509 h 1473"/>
                <a:gd name="T50" fmla="*/ 457 w 532"/>
                <a:gd name="T51" fmla="*/ 619 h 1473"/>
                <a:gd name="T52" fmla="*/ 362 w 532"/>
                <a:gd name="T53" fmla="*/ 619 h 1473"/>
                <a:gd name="T54" fmla="*/ 362 w 532"/>
                <a:gd name="T55" fmla="*/ 509 h 1473"/>
                <a:gd name="T56" fmla="*/ 218 w 532"/>
                <a:gd name="T57" fmla="*/ 854 h 1473"/>
                <a:gd name="T58" fmla="*/ 314 w 532"/>
                <a:gd name="T59" fmla="*/ 854 h 1473"/>
                <a:gd name="T60" fmla="*/ 314 w 532"/>
                <a:gd name="T61" fmla="*/ 964 h 1473"/>
                <a:gd name="T62" fmla="*/ 218 w 532"/>
                <a:gd name="T63" fmla="*/ 964 h 1473"/>
                <a:gd name="T64" fmla="*/ 218 w 532"/>
                <a:gd name="T65" fmla="*/ 854 h 1473"/>
                <a:gd name="T66" fmla="*/ 218 w 532"/>
                <a:gd name="T67" fmla="*/ 681 h 1473"/>
                <a:gd name="T68" fmla="*/ 314 w 532"/>
                <a:gd name="T69" fmla="*/ 681 h 1473"/>
                <a:gd name="T70" fmla="*/ 314 w 532"/>
                <a:gd name="T71" fmla="*/ 792 h 1473"/>
                <a:gd name="T72" fmla="*/ 218 w 532"/>
                <a:gd name="T73" fmla="*/ 792 h 1473"/>
                <a:gd name="T74" fmla="*/ 218 w 532"/>
                <a:gd name="T75" fmla="*/ 681 h 1473"/>
                <a:gd name="T76" fmla="*/ 218 w 532"/>
                <a:gd name="T77" fmla="*/ 509 h 1473"/>
                <a:gd name="T78" fmla="*/ 314 w 532"/>
                <a:gd name="T79" fmla="*/ 509 h 1473"/>
                <a:gd name="T80" fmla="*/ 314 w 532"/>
                <a:gd name="T81" fmla="*/ 619 h 1473"/>
                <a:gd name="T82" fmla="*/ 218 w 532"/>
                <a:gd name="T83" fmla="*/ 619 h 1473"/>
                <a:gd name="T84" fmla="*/ 218 w 532"/>
                <a:gd name="T85" fmla="*/ 509 h 1473"/>
                <a:gd name="T86" fmla="*/ 74 w 532"/>
                <a:gd name="T87" fmla="*/ 1029 h 1473"/>
                <a:gd name="T88" fmla="*/ 170 w 532"/>
                <a:gd name="T89" fmla="*/ 1029 h 1473"/>
                <a:gd name="T90" fmla="*/ 170 w 532"/>
                <a:gd name="T91" fmla="*/ 1137 h 1473"/>
                <a:gd name="T92" fmla="*/ 74 w 532"/>
                <a:gd name="T93" fmla="*/ 1137 h 1473"/>
                <a:gd name="T94" fmla="*/ 74 w 532"/>
                <a:gd name="T95" fmla="*/ 1029 h 1473"/>
                <a:gd name="T96" fmla="*/ 74 w 532"/>
                <a:gd name="T97" fmla="*/ 854 h 1473"/>
                <a:gd name="T98" fmla="*/ 170 w 532"/>
                <a:gd name="T99" fmla="*/ 854 h 1473"/>
                <a:gd name="T100" fmla="*/ 170 w 532"/>
                <a:gd name="T101" fmla="*/ 964 h 1473"/>
                <a:gd name="T102" fmla="*/ 74 w 532"/>
                <a:gd name="T103" fmla="*/ 964 h 1473"/>
                <a:gd name="T104" fmla="*/ 74 w 532"/>
                <a:gd name="T105" fmla="*/ 854 h 1473"/>
                <a:gd name="T106" fmla="*/ 74 w 532"/>
                <a:gd name="T107" fmla="*/ 681 h 1473"/>
                <a:gd name="T108" fmla="*/ 170 w 532"/>
                <a:gd name="T109" fmla="*/ 681 h 1473"/>
                <a:gd name="T110" fmla="*/ 170 w 532"/>
                <a:gd name="T111" fmla="*/ 792 h 1473"/>
                <a:gd name="T112" fmla="*/ 74 w 532"/>
                <a:gd name="T113" fmla="*/ 792 h 1473"/>
                <a:gd name="T114" fmla="*/ 74 w 532"/>
                <a:gd name="T115" fmla="*/ 681 h 1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2" h="1473">
                  <a:moveTo>
                    <a:pt x="0" y="384"/>
                  </a:moveTo>
                  <a:lnTo>
                    <a:pt x="0" y="1473"/>
                  </a:lnTo>
                  <a:lnTo>
                    <a:pt x="532" y="1473"/>
                  </a:lnTo>
                  <a:lnTo>
                    <a:pt x="532" y="384"/>
                  </a:lnTo>
                  <a:lnTo>
                    <a:pt x="465" y="384"/>
                  </a:lnTo>
                  <a:lnTo>
                    <a:pt x="465" y="283"/>
                  </a:lnTo>
                  <a:lnTo>
                    <a:pt x="388" y="283"/>
                  </a:lnTo>
                  <a:lnTo>
                    <a:pt x="388" y="0"/>
                  </a:lnTo>
                  <a:lnTo>
                    <a:pt x="143" y="0"/>
                  </a:lnTo>
                  <a:lnTo>
                    <a:pt x="143" y="283"/>
                  </a:lnTo>
                  <a:lnTo>
                    <a:pt x="67" y="283"/>
                  </a:lnTo>
                  <a:lnTo>
                    <a:pt x="67" y="384"/>
                  </a:lnTo>
                  <a:lnTo>
                    <a:pt x="0" y="384"/>
                  </a:lnTo>
                  <a:close/>
                  <a:moveTo>
                    <a:pt x="362" y="1029"/>
                  </a:moveTo>
                  <a:lnTo>
                    <a:pt x="457" y="1029"/>
                  </a:lnTo>
                  <a:lnTo>
                    <a:pt x="457" y="1137"/>
                  </a:lnTo>
                  <a:lnTo>
                    <a:pt x="362" y="1137"/>
                  </a:lnTo>
                  <a:lnTo>
                    <a:pt x="362" y="1029"/>
                  </a:lnTo>
                  <a:close/>
                  <a:moveTo>
                    <a:pt x="362" y="681"/>
                  </a:moveTo>
                  <a:lnTo>
                    <a:pt x="457" y="681"/>
                  </a:lnTo>
                  <a:lnTo>
                    <a:pt x="457" y="792"/>
                  </a:lnTo>
                  <a:lnTo>
                    <a:pt x="362" y="792"/>
                  </a:lnTo>
                  <a:lnTo>
                    <a:pt x="362" y="681"/>
                  </a:lnTo>
                  <a:close/>
                  <a:moveTo>
                    <a:pt x="362" y="509"/>
                  </a:moveTo>
                  <a:lnTo>
                    <a:pt x="457" y="509"/>
                  </a:lnTo>
                  <a:lnTo>
                    <a:pt x="457" y="619"/>
                  </a:lnTo>
                  <a:lnTo>
                    <a:pt x="362" y="619"/>
                  </a:lnTo>
                  <a:lnTo>
                    <a:pt x="362" y="509"/>
                  </a:lnTo>
                  <a:close/>
                  <a:moveTo>
                    <a:pt x="218" y="854"/>
                  </a:moveTo>
                  <a:lnTo>
                    <a:pt x="314" y="854"/>
                  </a:lnTo>
                  <a:lnTo>
                    <a:pt x="314" y="964"/>
                  </a:lnTo>
                  <a:lnTo>
                    <a:pt x="218" y="964"/>
                  </a:lnTo>
                  <a:lnTo>
                    <a:pt x="218" y="854"/>
                  </a:lnTo>
                  <a:close/>
                  <a:moveTo>
                    <a:pt x="218" y="681"/>
                  </a:moveTo>
                  <a:lnTo>
                    <a:pt x="314" y="681"/>
                  </a:lnTo>
                  <a:lnTo>
                    <a:pt x="314" y="792"/>
                  </a:lnTo>
                  <a:lnTo>
                    <a:pt x="218" y="792"/>
                  </a:lnTo>
                  <a:lnTo>
                    <a:pt x="218" y="681"/>
                  </a:lnTo>
                  <a:close/>
                  <a:moveTo>
                    <a:pt x="218" y="509"/>
                  </a:moveTo>
                  <a:lnTo>
                    <a:pt x="314" y="509"/>
                  </a:lnTo>
                  <a:lnTo>
                    <a:pt x="314" y="619"/>
                  </a:lnTo>
                  <a:lnTo>
                    <a:pt x="218" y="619"/>
                  </a:lnTo>
                  <a:lnTo>
                    <a:pt x="218" y="509"/>
                  </a:lnTo>
                  <a:close/>
                  <a:moveTo>
                    <a:pt x="74" y="1029"/>
                  </a:moveTo>
                  <a:lnTo>
                    <a:pt x="170" y="1029"/>
                  </a:lnTo>
                  <a:lnTo>
                    <a:pt x="170" y="1137"/>
                  </a:lnTo>
                  <a:lnTo>
                    <a:pt x="74" y="1137"/>
                  </a:lnTo>
                  <a:lnTo>
                    <a:pt x="74" y="1029"/>
                  </a:lnTo>
                  <a:close/>
                  <a:moveTo>
                    <a:pt x="74" y="854"/>
                  </a:moveTo>
                  <a:lnTo>
                    <a:pt x="170" y="854"/>
                  </a:lnTo>
                  <a:lnTo>
                    <a:pt x="170" y="964"/>
                  </a:lnTo>
                  <a:lnTo>
                    <a:pt x="74" y="964"/>
                  </a:lnTo>
                  <a:lnTo>
                    <a:pt x="74" y="854"/>
                  </a:lnTo>
                  <a:close/>
                  <a:moveTo>
                    <a:pt x="74" y="681"/>
                  </a:moveTo>
                  <a:lnTo>
                    <a:pt x="170" y="681"/>
                  </a:lnTo>
                  <a:lnTo>
                    <a:pt x="170" y="792"/>
                  </a:lnTo>
                  <a:lnTo>
                    <a:pt x="74" y="792"/>
                  </a:lnTo>
                  <a:lnTo>
                    <a:pt x="74" y="6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2" name="iṧlïḋe"/>
            <p:cNvSpPr/>
            <p:nvPr/>
          </p:nvSpPr>
          <p:spPr bwMode="auto">
            <a:xfrm>
              <a:off x="4940301" y="3128963"/>
              <a:ext cx="846138" cy="2994025"/>
            </a:xfrm>
            <a:custGeom>
              <a:avLst/>
              <a:gdLst>
                <a:gd name="T0" fmla="*/ 0 w 533"/>
                <a:gd name="T1" fmla="*/ 1886 h 1886"/>
                <a:gd name="T2" fmla="*/ 533 w 533"/>
                <a:gd name="T3" fmla="*/ 92 h 1886"/>
                <a:gd name="T4" fmla="*/ 487 w 533"/>
                <a:gd name="T5" fmla="*/ 0 h 1886"/>
                <a:gd name="T6" fmla="*/ 202 w 533"/>
                <a:gd name="T7" fmla="*/ 92 h 1886"/>
                <a:gd name="T8" fmla="*/ 310 w 533"/>
                <a:gd name="T9" fmla="*/ 1466 h 1886"/>
                <a:gd name="T10" fmla="*/ 456 w 533"/>
                <a:gd name="T11" fmla="*/ 1517 h 1886"/>
                <a:gd name="T12" fmla="*/ 310 w 533"/>
                <a:gd name="T13" fmla="*/ 1466 h 1886"/>
                <a:gd name="T14" fmla="*/ 456 w 533"/>
                <a:gd name="T15" fmla="*/ 1346 h 1886"/>
                <a:gd name="T16" fmla="*/ 310 w 533"/>
                <a:gd name="T17" fmla="*/ 1397 h 1886"/>
                <a:gd name="T18" fmla="*/ 310 w 533"/>
                <a:gd name="T19" fmla="*/ 1226 h 1886"/>
                <a:gd name="T20" fmla="*/ 456 w 533"/>
                <a:gd name="T21" fmla="*/ 1277 h 1886"/>
                <a:gd name="T22" fmla="*/ 310 w 533"/>
                <a:gd name="T23" fmla="*/ 1226 h 1886"/>
                <a:gd name="T24" fmla="*/ 456 w 533"/>
                <a:gd name="T25" fmla="*/ 1106 h 1886"/>
                <a:gd name="T26" fmla="*/ 310 w 533"/>
                <a:gd name="T27" fmla="*/ 1157 h 1886"/>
                <a:gd name="T28" fmla="*/ 310 w 533"/>
                <a:gd name="T29" fmla="*/ 866 h 1886"/>
                <a:gd name="T30" fmla="*/ 456 w 533"/>
                <a:gd name="T31" fmla="*/ 917 h 1886"/>
                <a:gd name="T32" fmla="*/ 310 w 533"/>
                <a:gd name="T33" fmla="*/ 866 h 1886"/>
                <a:gd name="T34" fmla="*/ 456 w 533"/>
                <a:gd name="T35" fmla="*/ 747 h 1886"/>
                <a:gd name="T36" fmla="*/ 310 w 533"/>
                <a:gd name="T37" fmla="*/ 797 h 1886"/>
                <a:gd name="T38" fmla="*/ 310 w 533"/>
                <a:gd name="T39" fmla="*/ 627 h 1886"/>
                <a:gd name="T40" fmla="*/ 456 w 533"/>
                <a:gd name="T41" fmla="*/ 677 h 1886"/>
                <a:gd name="T42" fmla="*/ 310 w 533"/>
                <a:gd name="T43" fmla="*/ 627 h 1886"/>
                <a:gd name="T44" fmla="*/ 456 w 533"/>
                <a:gd name="T45" fmla="*/ 507 h 1886"/>
                <a:gd name="T46" fmla="*/ 310 w 533"/>
                <a:gd name="T47" fmla="*/ 557 h 1886"/>
                <a:gd name="T48" fmla="*/ 310 w 533"/>
                <a:gd name="T49" fmla="*/ 267 h 1886"/>
                <a:gd name="T50" fmla="*/ 456 w 533"/>
                <a:gd name="T51" fmla="*/ 317 h 1886"/>
                <a:gd name="T52" fmla="*/ 310 w 533"/>
                <a:gd name="T53" fmla="*/ 267 h 1886"/>
                <a:gd name="T54" fmla="*/ 223 w 533"/>
                <a:gd name="T55" fmla="*/ 1586 h 1886"/>
                <a:gd name="T56" fmla="*/ 77 w 533"/>
                <a:gd name="T57" fmla="*/ 1637 h 1886"/>
                <a:gd name="T58" fmla="*/ 77 w 533"/>
                <a:gd name="T59" fmla="*/ 1466 h 1886"/>
                <a:gd name="T60" fmla="*/ 223 w 533"/>
                <a:gd name="T61" fmla="*/ 1517 h 1886"/>
                <a:gd name="T62" fmla="*/ 77 w 533"/>
                <a:gd name="T63" fmla="*/ 1466 h 1886"/>
                <a:gd name="T64" fmla="*/ 223 w 533"/>
                <a:gd name="T65" fmla="*/ 1226 h 1886"/>
                <a:gd name="T66" fmla="*/ 77 w 533"/>
                <a:gd name="T67" fmla="*/ 1277 h 1886"/>
                <a:gd name="T68" fmla="*/ 77 w 533"/>
                <a:gd name="T69" fmla="*/ 986 h 1886"/>
                <a:gd name="T70" fmla="*/ 223 w 533"/>
                <a:gd name="T71" fmla="*/ 1037 h 1886"/>
                <a:gd name="T72" fmla="*/ 77 w 533"/>
                <a:gd name="T73" fmla="*/ 986 h 1886"/>
                <a:gd name="T74" fmla="*/ 223 w 533"/>
                <a:gd name="T75" fmla="*/ 866 h 1886"/>
                <a:gd name="T76" fmla="*/ 77 w 533"/>
                <a:gd name="T77" fmla="*/ 917 h 1886"/>
                <a:gd name="T78" fmla="*/ 77 w 533"/>
                <a:gd name="T79" fmla="*/ 627 h 1886"/>
                <a:gd name="T80" fmla="*/ 223 w 533"/>
                <a:gd name="T81" fmla="*/ 677 h 1886"/>
                <a:gd name="T82" fmla="*/ 77 w 533"/>
                <a:gd name="T83" fmla="*/ 627 h 1886"/>
                <a:gd name="T84" fmla="*/ 223 w 533"/>
                <a:gd name="T85" fmla="*/ 387 h 1886"/>
                <a:gd name="T86" fmla="*/ 77 w 533"/>
                <a:gd name="T87" fmla="*/ 437 h 1886"/>
                <a:gd name="T88" fmla="*/ 77 w 533"/>
                <a:gd name="T89" fmla="*/ 267 h 1886"/>
                <a:gd name="T90" fmla="*/ 223 w 533"/>
                <a:gd name="T91" fmla="*/ 317 h 1886"/>
                <a:gd name="T92" fmla="*/ 77 w 533"/>
                <a:gd name="T93" fmla="*/ 267 h 1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3" h="1886">
                  <a:moveTo>
                    <a:pt x="0" y="92"/>
                  </a:moveTo>
                  <a:lnTo>
                    <a:pt x="0" y="1886"/>
                  </a:lnTo>
                  <a:lnTo>
                    <a:pt x="533" y="1886"/>
                  </a:lnTo>
                  <a:lnTo>
                    <a:pt x="533" y="92"/>
                  </a:lnTo>
                  <a:lnTo>
                    <a:pt x="487" y="92"/>
                  </a:lnTo>
                  <a:lnTo>
                    <a:pt x="487" y="0"/>
                  </a:lnTo>
                  <a:lnTo>
                    <a:pt x="202" y="0"/>
                  </a:lnTo>
                  <a:lnTo>
                    <a:pt x="202" y="92"/>
                  </a:lnTo>
                  <a:lnTo>
                    <a:pt x="0" y="92"/>
                  </a:lnTo>
                  <a:close/>
                  <a:moveTo>
                    <a:pt x="310" y="1466"/>
                  </a:moveTo>
                  <a:lnTo>
                    <a:pt x="456" y="1466"/>
                  </a:lnTo>
                  <a:lnTo>
                    <a:pt x="456" y="1517"/>
                  </a:lnTo>
                  <a:lnTo>
                    <a:pt x="310" y="1517"/>
                  </a:lnTo>
                  <a:lnTo>
                    <a:pt x="310" y="1466"/>
                  </a:lnTo>
                  <a:close/>
                  <a:moveTo>
                    <a:pt x="310" y="1346"/>
                  </a:moveTo>
                  <a:lnTo>
                    <a:pt x="456" y="1346"/>
                  </a:lnTo>
                  <a:lnTo>
                    <a:pt x="456" y="1397"/>
                  </a:lnTo>
                  <a:lnTo>
                    <a:pt x="310" y="1397"/>
                  </a:lnTo>
                  <a:lnTo>
                    <a:pt x="310" y="1346"/>
                  </a:lnTo>
                  <a:close/>
                  <a:moveTo>
                    <a:pt x="310" y="1226"/>
                  </a:moveTo>
                  <a:lnTo>
                    <a:pt x="456" y="1226"/>
                  </a:lnTo>
                  <a:lnTo>
                    <a:pt x="456" y="1277"/>
                  </a:lnTo>
                  <a:lnTo>
                    <a:pt x="310" y="1277"/>
                  </a:lnTo>
                  <a:lnTo>
                    <a:pt x="310" y="1226"/>
                  </a:lnTo>
                  <a:close/>
                  <a:moveTo>
                    <a:pt x="310" y="1106"/>
                  </a:moveTo>
                  <a:lnTo>
                    <a:pt x="456" y="1106"/>
                  </a:lnTo>
                  <a:lnTo>
                    <a:pt x="456" y="1157"/>
                  </a:lnTo>
                  <a:lnTo>
                    <a:pt x="310" y="1157"/>
                  </a:lnTo>
                  <a:lnTo>
                    <a:pt x="310" y="1106"/>
                  </a:lnTo>
                  <a:close/>
                  <a:moveTo>
                    <a:pt x="310" y="866"/>
                  </a:moveTo>
                  <a:lnTo>
                    <a:pt x="456" y="866"/>
                  </a:lnTo>
                  <a:lnTo>
                    <a:pt x="456" y="917"/>
                  </a:lnTo>
                  <a:lnTo>
                    <a:pt x="310" y="917"/>
                  </a:lnTo>
                  <a:lnTo>
                    <a:pt x="310" y="866"/>
                  </a:lnTo>
                  <a:close/>
                  <a:moveTo>
                    <a:pt x="310" y="747"/>
                  </a:moveTo>
                  <a:lnTo>
                    <a:pt x="456" y="747"/>
                  </a:lnTo>
                  <a:lnTo>
                    <a:pt x="456" y="797"/>
                  </a:lnTo>
                  <a:lnTo>
                    <a:pt x="310" y="797"/>
                  </a:lnTo>
                  <a:lnTo>
                    <a:pt x="310" y="747"/>
                  </a:lnTo>
                  <a:close/>
                  <a:moveTo>
                    <a:pt x="310" y="627"/>
                  </a:moveTo>
                  <a:lnTo>
                    <a:pt x="456" y="627"/>
                  </a:lnTo>
                  <a:lnTo>
                    <a:pt x="456" y="677"/>
                  </a:lnTo>
                  <a:lnTo>
                    <a:pt x="310" y="677"/>
                  </a:lnTo>
                  <a:lnTo>
                    <a:pt x="310" y="627"/>
                  </a:lnTo>
                  <a:close/>
                  <a:moveTo>
                    <a:pt x="310" y="507"/>
                  </a:moveTo>
                  <a:lnTo>
                    <a:pt x="456" y="507"/>
                  </a:lnTo>
                  <a:lnTo>
                    <a:pt x="456" y="557"/>
                  </a:lnTo>
                  <a:lnTo>
                    <a:pt x="310" y="557"/>
                  </a:lnTo>
                  <a:lnTo>
                    <a:pt x="310" y="507"/>
                  </a:lnTo>
                  <a:close/>
                  <a:moveTo>
                    <a:pt x="310" y="267"/>
                  </a:moveTo>
                  <a:lnTo>
                    <a:pt x="456" y="267"/>
                  </a:lnTo>
                  <a:lnTo>
                    <a:pt x="456" y="317"/>
                  </a:lnTo>
                  <a:lnTo>
                    <a:pt x="310" y="317"/>
                  </a:lnTo>
                  <a:lnTo>
                    <a:pt x="310" y="267"/>
                  </a:lnTo>
                  <a:close/>
                  <a:moveTo>
                    <a:pt x="77" y="1586"/>
                  </a:moveTo>
                  <a:lnTo>
                    <a:pt x="223" y="1586"/>
                  </a:lnTo>
                  <a:lnTo>
                    <a:pt x="223" y="1637"/>
                  </a:lnTo>
                  <a:lnTo>
                    <a:pt x="77" y="1637"/>
                  </a:lnTo>
                  <a:lnTo>
                    <a:pt x="77" y="1586"/>
                  </a:lnTo>
                  <a:close/>
                  <a:moveTo>
                    <a:pt x="77" y="1466"/>
                  </a:moveTo>
                  <a:lnTo>
                    <a:pt x="223" y="1466"/>
                  </a:lnTo>
                  <a:lnTo>
                    <a:pt x="223" y="1517"/>
                  </a:lnTo>
                  <a:lnTo>
                    <a:pt x="77" y="1517"/>
                  </a:lnTo>
                  <a:lnTo>
                    <a:pt x="77" y="1466"/>
                  </a:lnTo>
                  <a:close/>
                  <a:moveTo>
                    <a:pt x="77" y="1226"/>
                  </a:moveTo>
                  <a:lnTo>
                    <a:pt x="223" y="1226"/>
                  </a:lnTo>
                  <a:lnTo>
                    <a:pt x="223" y="1277"/>
                  </a:lnTo>
                  <a:lnTo>
                    <a:pt x="77" y="1277"/>
                  </a:lnTo>
                  <a:lnTo>
                    <a:pt x="77" y="1226"/>
                  </a:lnTo>
                  <a:close/>
                  <a:moveTo>
                    <a:pt x="77" y="986"/>
                  </a:moveTo>
                  <a:lnTo>
                    <a:pt x="223" y="986"/>
                  </a:lnTo>
                  <a:lnTo>
                    <a:pt x="223" y="1037"/>
                  </a:lnTo>
                  <a:lnTo>
                    <a:pt x="77" y="1037"/>
                  </a:lnTo>
                  <a:lnTo>
                    <a:pt x="77" y="986"/>
                  </a:lnTo>
                  <a:close/>
                  <a:moveTo>
                    <a:pt x="77" y="866"/>
                  </a:moveTo>
                  <a:lnTo>
                    <a:pt x="223" y="866"/>
                  </a:lnTo>
                  <a:lnTo>
                    <a:pt x="223" y="917"/>
                  </a:lnTo>
                  <a:lnTo>
                    <a:pt x="77" y="917"/>
                  </a:lnTo>
                  <a:lnTo>
                    <a:pt x="77" y="866"/>
                  </a:lnTo>
                  <a:close/>
                  <a:moveTo>
                    <a:pt x="77" y="627"/>
                  </a:moveTo>
                  <a:lnTo>
                    <a:pt x="223" y="627"/>
                  </a:lnTo>
                  <a:lnTo>
                    <a:pt x="223" y="677"/>
                  </a:lnTo>
                  <a:lnTo>
                    <a:pt x="77" y="677"/>
                  </a:lnTo>
                  <a:lnTo>
                    <a:pt x="77" y="627"/>
                  </a:lnTo>
                  <a:close/>
                  <a:moveTo>
                    <a:pt x="77" y="387"/>
                  </a:moveTo>
                  <a:lnTo>
                    <a:pt x="223" y="387"/>
                  </a:lnTo>
                  <a:lnTo>
                    <a:pt x="223" y="437"/>
                  </a:lnTo>
                  <a:lnTo>
                    <a:pt x="77" y="437"/>
                  </a:lnTo>
                  <a:lnTo>
                    <a:pt x="77" y="387"/>
                  </a:lnTo>
                  <a:close/>
                  <a:moveTo>
                    <a:pt x="77" y="267"/>
                  </a:moveTo>
                  <a:lnTo>
                    <a:pt x="223" y="267"/>
                  </a:lnTo>
                  <a:lnTo>
                    <a:pt x="223" y="317"/>
                  </a:lnTo>
                  <a:lnTo>
                    <a:pt x="77" y="317"/>
                  </a:lnTo>
                  <a:lnTo>
                    <a:pt x="7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3" name="íS1ïďe"/>
            <p:cNvSpPr/>
            <p:nvPr/>
          </p:nvSpPr>
          <p:spPr bwMode="auto">
            <a:xfrm>
              <a:off x="3973513" y="3460750"/>
              <a:ext cx="846138" cy="2662238"/>
            </a:xfrm>
            <a:custGeom>
              <a:avLst/>
              <a:gdLst>
                <a:gd name="T0" fmla="*/ 0 w 533"/>
                <a:gd name="T1" fmla="*/ 1677 h 1677"/>
                <a:gd name="T2" fmla="*/ 533 w 533"/>
                <a:gd name="T3" fmla="*/ 204 h 1677"/>
                <a:gd name="T4" fmla="*/ 437 w 533"/>
                <a:gd name="T5" fmla="*/ 0 h 1677"/>
                <a:gd name="T6" fmla="*/ 329 w 533"/>
                <a:gd name="T7" fmla="*/ 204 h 1677"/>
                <a:gd name="T8" fmla="*/ 401 w 533"/>
                <a:gd name="T9" fmla="*/ 1252 h 1677"/>
                <a:gd name="T10" fmla="*/ 473 w 533"/>
                <a:gd name="T11" fmla="*/ 1324 h 1677"/>
                <a:gd name="T12" fmla="*/ 401 w 533"/>
                <a:gd name="T13" fmla="*/ 1252 h 1677"/>
                <a:gd name="T14" fmla="*/ 473 w 533"/>
                <a:gd name="T15" fmla="*/ 1104 h 1677"/>
                <a:gd name="T16" fmla="*/ 401 w 533"/>
                <a:gd name="T17" fmla="*/ 1176 h 1677"/>
                <a:gd name="T18" fmla="*/ 401 w 533"/>
                <a:gd name="T19" fmla="*/ 957 h 1677"/>
                <a:gd name="T20" fmla="*/ 473 w 533"/>
                <a:gd name="T21" fmla="*/ 1029 h 1677"/>
                <a:gd name="T22" fmla="*/ 401 w 533"/>
                <a:gd name="T23" fmla="*/ 957 h 1677"/>
                <a:gd name="T24" fmla="*/ 473 w 533"/>
                <a:gd name="T25" fmla="*/ 811 h 1677"/>
                <a:gd name="T26" fmla="*/ 401 w 533"/>
                <a:gd name="T27" fmla="*/ 883 h 1677"/>
                <a:gd name="T28" fmla="*/ 401 w 533"/>
                <a:gd name="T29" fmla="*/ 662 h 1677"/>
                <a:gd name="T30" fmla="*/ 473 w 533"/>
                <a:gd name="T31" fmla="*/ 734 h 1677"/>
                <a:gd name="T32" fmla="*/ 401 w 533"/>
                <a:gd name="T33" fmla="*/ 662 h 1677"/>
                <a:gd name="T34" fmla="*/ 473 w 533"/>
                <a:gd name="T35" fmla="*/ 516 h 1677"/>
                <a:gd name="T36" fmla="*/ 401 w 533"/>
                <a:gd name="T37" fmla="*/ 588 h 1677"/>
                <a:gd name="T38" fmla="*/ 288 w 533"/>
                <a:gd name="T39" fmla="*/ 1104 h 1677"/>
                <a:gd name="T40" fmla="*/ 360 w 533"/>
                <a:gd name="T41" fmla="*/ 1176 h 1677"/>
                <a:gd name="T42" fmla="*/ 288 w 533"/>
                <a:gd name="T43" fmla="*/ 1104 h 1677"/>
                <a:gd name="T44" fmla="*/ 360 w 533"/>
                <a:gd name="T45" fmla="*/ 957 h 1677"/>
                <a:gd name="T46" fmla="*/ 288 w 533"/>
                <a:gd name="T47" fmla="*/ 1029 h 1677"/>
                <a:gd name="T48" fmla="*/ 288 w 533"/>
                <a:gd name="T49" fmla="*/ 662 h 1677"/>
                <a:gd name="T50" fmla="*/ 360 w 533"/>
                <a:gd name="T51" fmla="*/ 734 h 1677"/>
                <a:gd name="T52" fmla="*/ 288 w 533"/>
                <a:gd name="T53" fmla="*/ 662 h 1677"/>
                <a:gd name="T54" fmla="*/ 360 w 533"/>
                <a:gd name="T55" fmla="*/ 516 h 1677"/>
                <a:gd name="T56" fmla="*/ 288 w 533"/>
                <a:gd name="T57" fmla="*/ 588 h 1677"/>
                <a:gd name="T58" fmla="*/ 288 w 533"/>
                <a:gd name="T59" fmla="*/ 370 h 1677"/>
                <a:gd name="T60" fmla="*/ 360 w 533"/>
                <a:gd name="T61" fmla="*/ 442 h 1677"/>
                <a:gd name="T62" fmla="*/ 288 w 533"/>
                <a:gd name="T63" fmla="*/ 370 h 1677"/>
                <a:gd name="T64" fmla="*/ 245 w 533"/>
                <a:gd name="T65" fmla="*/ 1252 h 1677"/>
                <a:gd name="T66" fmla="*/ 173 w 533"/>
                <a:gd name="T67" fmla="*/ 1324 h 1677"/>
                <a:gd name="T68" fmla="*/ 173 w 533"/>
                <a:gd name="T69" fmla="*/ 1104 h 1677"/>
                <a:gd name="T70" fmla="*/ 245 w 533"/>
                <a:gd name="T71" fmla="*/ 1176 h 1677"/>
                <a:gd name="T72" fmla="*/ 173 w 533"/>
                <a:gd name="T73" fmla="*/ 1104 h 1677"/>
                <a:gd name="T74" fmla="*/ 245 w 533"/>
                <a:gd name="T75" fmla="*/ 811 h 1677"/>
                <a:gd name="T76" fmla="*/ 173 w 533"/>
                <a:gd name="T77" fmla="*/ 883 h 1677"/>
                <a:gd name="T78" fmla="*/ 173 w 533"/>
                <a:gd name="T79" fmla="*/ 662 h 1677"/>
                <a:gd name="T80" fmla="*/ 245 w 533"/>
                <a:gd name="T81" fmla="*/ 734 h 1677"/>
                <a:gd name="T82" fmla="*/ 173 w 533"/>
                <a:gd name="T83" fmla="*/ 662 h 1677"/>
                <a:gd name="T84" fmla="*/ 245 w 533"/>
                <a:gd name="T85" fmla="*/ 516 h 1677"/>
                <a:gd name="T86" fmla="*/ 173 w 533"/>
                <a:gd name="T87" fmla="*/ 588 h 1677"/>
                <a:gd name="T88" fmla="*/ 173 w 533"/>
                <a:gd name="T89" fmla="*/ 370 h 1677"/>
                <a:gd name="T90" fmla="*/ 245 w 533"/>
                <a:gd name="T91" fmla="*/ 442 h 1677"/>
                <a:gd name="T92" fmla="*/ 173 w 533"/>
                <a:gd name="T93" fmla="*/ 370 h 1677"/>
                <a:gd name="T94" fmla="*/ 132 w 533"/>
                <a:gd name="T95" fmla="*/ 1252 h 1677"/>
                <a:gd name="T96" fmla="*/ 60 w 533"/>
                <a:gd name="T97" fmla="*/ 1324 h 1677"/>
                <a:gd name="T98" fmla="*/ 60 w 533"/>
                <a:gd name="T99" fmla="*/ 1104 h 1677"/>
                <a:gd name="T100" fmla="*/ 132 w 533"/>
                <a:gd name="T101" fmla="*/ 1176 h 1677"/>
                <a:gd name="T102" fmla="*/ 60 w 533"/>
                <a:gd name="T103" fmla="*/ 1104 h 1677"/>
                <a:gd name="T104" fmla="*/ 132 w 533"/>
                <a:gd name="T105" fmla="*/ 957 h 1677"/>
                <a:gd name="T106" fmla="*/ 60 w 533"/>
                <a:gd name="T107" fmla="*/ 1029 h 1677"/>
                <a:gd name="T108" fmla="*/ 60 w 533"/>
                <a:gd name="T109" fmla="*/ 811 h 1677"/>
                <a:gd name="T110" fmla="*/ 132 w 533"/>
                <a:gd name="T111" fmla="*/ 883 h 1677"/>
                <a:gd name="T112" fmla="*/ 60 w 533"/>
                <a:gd name="T113" fmla="*/ 811 h 1677"/>
                <a:gd name="T114" fmla="*/ 132 w 533"/>
                <a:gd name="T115" fmla="*/ 516 h 1677"/>
                <a:gd name="T116" fmla="*/ 60 w 533"/>
                <a:gd name="T117" fmla="*/ 588 h 1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3" h="1677">
                  <a:moveTo>
                    <a:pt x="0" y="204"/>
                  </a:moveTo>
                  <a:lnTo>
                    <a:pt x="0" y="1677"/>
                  </a:lnTo>
                  <a:lnTo>
                    <a:pt x="533" y="1677"/>
                  </a:lnTo>
                  <a:lnTo>
                    <a:pt x="533" y="204"/>
                  </a:lnTo>
                  <a:lnTo>
                    <a:pt x="437" y="204"/>
                  </a:lnTo>
                  <a:lnTo>
                    <a:pt x="437" y="0"/>
                  </a:lnTo>
                  <a:lnTo>
                    <a:pt x="329" y="0"/>
                  </a:lnTo>
                  <a:lnTo>
                    <a:pt x="329" y="204"/>
                  </a:lnTo>
                  <a:lnTo>
                    <a:pt x="0" y="204"/>
                  </a:lnTo>
                  <a:close/>
                  <a:moveTo>
                    <a:pt x="401" y="1252"/>
                  </a:moveTo>
                  <a:lnTo>
                    <a:pt x="473" y="1252"/>
                  </a:lnTo>
                  <a:lnTo>
                    <a:pt x="473" y="1324"/>
                  </a:lnTo>
                  <a:lnTo>
                    <a:pt x="401" y="1324"/>
                  </a:lnTo>
                  <a:lnTo>
                    <a:pt x="401" y="1252"/>
                  </a:lnTo>
                  <a:close/>
                  <a:moveTo>
                    <a:pt x="401" y="1104"/>
                  </a:moveTo>
                  <a:lnTo>
                    <a:pt x="473" y="1104"/>
                  </a:lnTo>
                  <a:lnTo>
                    <a:pt x="473" y="1176"/>
                  </a:lnTo>
                  <a:lnTo>
                    <a:pt x="401" y="1176"/>
                  </a:lnTo>
                  <a:lnTo>
                    <a:pt x="401" y="1104"/>
                  </a:lnTo>
                  <a:close/>
                  <a:moveTo>
                    <a:pt x="401" y="957"/>
                  </a:moveTo>
                  <a:lnTo>
                    <a:pt x="473" y="957"/>
                  </a:lnTo>
                  <a:lnTo>
                    <a:pt x="473" y="1029"/>
                  </a:lnTo>
                  <a:lnTo>
                    <a:pt x="401" y="1029"/>
                  </a:lnTo>
                  <a:lnTo>
                    <a:pt x="401" y="957"/>
                  </a:lnTo>
                  <a:close/>
                  <a:moveTo>
                    <a:pt x="401" y="811"/>
                  </a:moveTo>
                  <a:lnTo>
                    <a:pt x="473" y="811"/>
                  </a:lnTo>
                  <a:lnTo>
                    <a:pt x="473" y="883"/>
                  </a:lnTo>
                  <a:lnTo>
                    <a:pt x="401" y="883"/>
                  </a:lnTo>
                  <a:lnTo>
                    <a:pt x="401" y="811"/>
                  </a:lnTo>
                  <a:close/>
                  <a:moveTo>
                    <a:pt x="401" y="662"/>
                  </a:moveTo>
                  <a:lnTo>
                    <a:pt x="473" y="662"/>
                  </a:lnTo>
                  <a:lnTo>
                    <a:pt x="473" y="734"/>
                  </a:lnTo>
                  <a:lnTo>
                    <a:pt x="401" y="734"/>
                  </a:lnTo>
                  <a:lnTo>
                    <a:pt x="401" y="662"/>
                  </a:lnTo>
                  <a:close/>
                  <a:moveTo>
                    <a:pt x="401" y="516"/>
                  </a:moveTo>
                  <a:lnTo>
                    <a:pt x="473" y="516"/>
                  </a:lnTo>
                  <a:lnTo>
                    <a:pt x="473" y="588"/>
                  </a:lnTo>
                  <a:lnTo>
                    <a:pt x="401" y="588"/>
                  </a:lnTo>
                  <a:lnTo>
                    <a:pt x="401" y="516"/>
                  </a:lnTo>
                  <a:close/>
                  <a:moveTo>
                    <a:pt x="288" y="1104"/>
                  </a:moveTo>
                  <a:lnTo>
                    <a:pt x="360" y="1104"/>
                  </a:lnTo>
                  <a:lnTo>
                    <a:pt x="360" y="1176"/>
                  </a:lnTo>
                  <a:lnTo>
                    <a:pt x="288" y="1176"/>
                  </a:lnTo>
                  <a:lnTo>
                    <a:pt x="288" y="1104"/>
                  </a:lnTo>
                  <a:close/>
                  <a:moveTo>
                    <a:pt x="288" y="957"/>
                  </a:moveTo>
                  <a:lnTo>
                    <a:pt x="360" y="957"/>
                  </a:lnTo>
                  <a:lnTo>
                    <a:pt x="360" y="1029"/>
                  </a:lnTo>
                  <a:lnTo>
                    <a:pt x="288" y="1029"/>
                  </a:lnTo>
                  <a:lnTo>
                    <a:pt x="288" y="957"/>
                  </a:lnTo>
                  <a:close/>
                  <a:moveTo>
                    <a:pt x="288" y="662"/>
                  </a:moveTo>
                  <a:lnTo>
                    <a:pt x="360" y="662"/>
                  </a:lnTo>
                  <a:lnTo>
                    <a:pt x="360" y="734"/>
                  </a:lnTo>
                  <a:lnTo>
                    <a:pt x="288" y="734"/>
                  </a:lnTo>
                  <a:lnTo>
                    <a:pt x="288" y="662"/>
                  </a:lnTo>
                  <a:close/>
                  <a:moveTo>
                    <a:pt x="288" y="516"/>
                  </a:moveTo>
                  <a:lnTo>
                    <a:pt x="360" y="516"/>
                  </a:lnTo>
                  <a:lnTo>
                    <a:pt x="360" y="588"/>
                  </a:lnTo>
                  <a:lnTo>
                    <a:pt x="288" y="588"/>
                  </a:lnTo>
                  <a:lnTo>
                    <a:pt x="288" y="516"/>
                  </a:lnTo>
                  <a:close/>
                  <a:moveTo>
                    <a:pt x="288" y="370"/>
                  </a:moveTo>
                  <a:lnTo>
                    <a:pt x="360" y="370"/>
                  </a:lnTo>
                  <a:lnTo>
                    <a:pt x="360" y="442"/>
                  </a:lnTo>
                  <a:lnTo>
                    <a:pt x="288" y="442"/>
                  </a:lnTo>
                  <a:lnTo>
                    <a:pt x="288" y="370"/>
                  </a:lnTo>
                  <a:close/>
                  <a:moveTo>
                    <a:pt x="173" y="1252"/>
                  </a:moveTo>
                  <a:lnTo>
                    <a:pt x="245" y="1252"/>
                  </a:lnTo>
                  <a:lnTo>
                    <a:pt x="245" y="1324"/>
                  </a:lnTo>
                  <a:lnTo>
                    <a:pt x="173" y="1324"/>
                  </a:lnTo>
                  <a:lnTo>
                    <a:pt x="173" y="1252"/>
                  </a:lnTo>
                  <a:close/>
                  <a:moveTo>
                    <a:pt x="173" y="1104"/>
                  </a:moveTo>
                  <a:lnTo>
                    <a:pt x="245" y="1104"/>
                  </a:lnTo>
                  <a:lnTo>
                    <a:pt x="245" y="1176"/>
                  </a:lnTo>
                  <a:lnTo>
                    <a:pt x="173" y="1176"/>
                  </a:lnTo>
                  <a:lnTo>
                    <a:pt x="173" y="1104"/>
                  </a:lnTo>
                  <a:close/>
                  <a:moveTo>
                    <a:pt x="173" y="811"/>
                  </a:moveTo>
                  <a:lnTo>
                    <a:pt x="245" y="811"/>
                  </a:lnTo>
                  <a:lnTo>
                    <a:pt x="245" y="883"/>
                  </a:lnTo>
                  <a:lnTo>
                    <a:pt x="173" y="883"/>
                  </a:lnTo>
                  <a:lnTo>
                    <a:pt x="173" y="811"/>
                  </a:lnTo>
                  <a:close/>
                  <a:moveTo>
                    <a:pt x="173" y="662"/>
                  </a:moveTo>
                  <a:lnTo>
                    <a:pt x="245" y="662"/>
                  </a:lnTo>
                  <a:lnTo>
                    <a:pt x="245" y="734"/>
                  </a:lnTo>
                  <a:lnTo>
                    <a:pt x="173" y="734"/>
                  </a:lnTo>
                  <a:lnTo>
                    <a:pt x="173" y="662"/>
                  </a:lnTo>
                  <a:close/>
                  <a:moveTo>
                    <a:pt x="173" y="516"/>
                  </a:moveTo>
                  <a:lnTo>
                    <a:pt x="245" y="516"/>
                  </a:lnTo>
                  <a:lnTo>
                    <a:pt x="245" y="588"/>
                  </a:lnTo>
                  <a:lnTo>
                    <a:pt x="173" y="588"/>
                  </a:lnTo>
                  <a:lnTo>
                    <a:pt x="173" y="516"/>
                  </a:lnTo>
                  <a:close/>
                  <a:moveTo>
                    <a:pt x="173" y="370"/>
                  </a:moveTo>
                  <a:lnTo>
                    <a:pt x="245" y="370"/>
                  </a:lnTo>
                  <a:lnTo>
                    <a:pt x="245" y="442"/>
                  </a:lnTo>
                  <a:lnTo>
                    <a:pt x="173" y="442"/>
                  </a:lnTo>
                  <a:lnTo>
                    <a:pt x="173" y="370"/>
                  </a:lnTo>
                  <a:close/>
                  <a:moveTo>
                    <a:pt x="60" y="1252"/>
                  </a:moveTo>
                  <a:lnTo>
                    <a:pt x="132" y="1252"/>
                  </a:lnTo>
                  <a:lnTo>
                    <a:pt x="132" y="1324"/>
                  </a:lnTo>
                  <a:lnTo>
                    <a:pt x="60" y="1324"/>
                  </a:lnTo>
                  <a:lnTo>
                    <a:pt x="60" y="1252"/>
                  </a:lnTo>
                  <a:close/>
                  <a:moveTo>
                    <a:pt x="60" y="1104"/>
                  </a:moveTo>
                  <a:lnTo>
                    <a:pt x="132" y="1104"/>
                  </a:lnTo>
                  <a:lnTo>
                    <a:pt x="132" y="1176"/>
                  </a:lnTo>
                  <a:lnTo>
                    <a:pt x="60" y="1176"/>
                  </a:lnTo>
                  <a:lnTo>
                    <a:pt x="60" y="1104"/>
                  </a:lnTo>
                  <a:close/>
                  <a:moveTo>
                    <a:pt x="60" y="957"/>
                  </a:moveTo>
                  <a:lnTo>
                    <a:pt x="132" y="957"/>
                  </a:lnTo>
                  <a:lnTo>
                    <a:pt x="132" y="1029"/>
                  </a:lnTo>
                  <a:lnTo>
                    <a:pt x="60" y="1029"/>
                  </a:lnTo>
                  <a:lnTo>
                    <a:pt x="60" y="957"/>
                  </a:lnTo>
                  <a:close/>
                  <a:moveTo>
                    <a:pt x="60" y="811"/>
                  </a:moveTo>
                  <a:lnTo>
                    <a:pt x="132" y="811"/>
                  </a:lnTo>
                  <a:lnTo>
                    <a:pt x="132" y="883"/>
                  </a:lnTo>
                  <a:lnTo>
                    <a:pt x="60" y="883"/>
                  </a:lnTo>
                  <a:lnTo>
                    <a:pt x="60" y="811"/>
                  </a:lnTo>
                  <a:close/>
                  <a:moveTo>
                    <a:pt x="60" y="516"/>
                  </a:moveTo>
                  <a:lnTo>
                    <a:pt x="132" y="516"/>
                  </a:lnTo>
                  <a:lnTo>
                    <a:pt x="132" y="588"/>
                  </a:lnTo>
                  <a:lnTo>
                    <a:pt x="60" y="588"/>
                  </a:lnTo>
                  <a:lnTo>
                    <a:pt x="60" y="5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4" name="í$ḷiďe"/>
            <p:cNvSpPr/>
            <p:nvPr/>
          </p:nvSpPr>
          <p:spPr bwMode="auto">
            <a:xfrm>
              <a:off x="5907088" y="4092575"/>
              <a:ext cx="846138" cy="2030413"/>
            </a:xfrm>
            <a:custGeom>
              <a:avLst/>
              <a:gdLst>
                <a:gd name="T0" fmla="*/ 0 w 533"/>
                <a:gd name="T1" fmla="*/ 224 h 1279"/>
                <a:gd name="T2" fmla="*/ 0 w 533"/>
                <a:gd name="T3" fmla="*/ 1279 h 1279"/>
                <a:gd name="T4" fmla="*/ 533 w 533"/>
                <a:gd name="T5" fmla="*/ 1279 h 1279"/>
                <a:gd name="T6" fmla="*/ 533 w 533"/>
                <a:gd name="T7" fmla="*/ 224 h 1279"/>
                <a:gd name="T8" fmla="*/ 451 w 533"/>
                <a:gd name="T9" fmla="*/ 224 h 1279"/>
                <a:gd name="T10" fmla="*/ 451 w 533"/>
                <a:gd name="T11" fmla="*/ 116 h 1279"/>
                <a:gd name="T12" fmla="*/ 82 w 533"/>
                <a:gd name="T13" fmla="*/ 0 h 1279"/>
                <a:gd name="T14" fmla="*/ 82 w 533"/>
                <a:gd name="T15" fmla="*/ 224 h 1279"/>
                <a:gd name="T16" fmla="*/ 0 w 533"/>
                <a:gd name="T17" fmla="*/ 224 h 1279"/>
                <a:gd name="T18" fmla="*/ 324 w 533"/>
                <a:gd name="T19" fmla="*/ 792 h 1279"/>
                <a:gd name="T20" fmla="*/ 432 w 533"/>
                <a:gd name="T21" fmla="*/ 792 h 1279"/>
                <a:gd name="T22" fmla="*/ 432 w 533"/>
                <a:gd name="T23" fmla="*/ 900 h 1279"/>
                <a:gd name="T24" fmla="*/ 324 w 533"/>
                <a:gd name="T25" fmla="*/ 900 h 1279"/>
                <a:gd name="T26" fmla="*/ 324 w 533"/>
                <a:gd name="T27" fmla="*/ 792 h 1279"/>
                <a:gd name="T28" fmla="*/ 324 w 533"/>
                <a:gd name="T29" fmla="*/ 574 h 1279"/>
                <a:gd name="T30" fmla="*/ 432 w 533"/>
                <a:gd name="T31" fmla="*/ 574 h 1279"/>
                <a:gd name="T32" fmla="*/ 432 w 533"/>
                <a:gd name="T33" fmla="*/ 682 h 1279"/>
                <a:gd name="T34" fmla="*/ 324 w 533"/>
                <a:gd name="T35" fmla="*/ 682 h 1279"/>
                <a:gd name="T36" fmla="*/ 324 w 533"/>
                <a:gd name="T37" fmla="*/ 574 h 1279"/>
                <a:gd name="T38" fmla="*/ 324 w 533"/>
                <a:gd name="T39" fmla="*/ 355 h 1279"/>
                <a:gd name="T40" fmla="*/ 432 w 533"/>
                <a:gd name="T41" fmla="*/ 355 h 1279"/>
                <a:gd name="T42" fmla="*/ 432 w 533"/>
                <a:gd name="T43" fmla="*/ 463 h 1279"/>
                <a:gd name="T44" fmla="*/ 324 w 533"/>
                <a:gd name="T45" fmla="*/ 463 h 1279"/>
                <a:gd name="T46" fmla="*/ 324 w 533"/>
                <a:gd name="T47" fmla="*/ 355 h 1279"/>
                <a:gd name="T48" fmla="*/ 101 w 533"/>
                <a:gd name="T49" fmla="*/ 792 h 1279"/>
                <a:gd name="T50" fmla="*/ 209 w 533"/>
                <a:gd name="T51" fmla="*/ 792 h 1279"/>
                <a:gd name="T52" fmla="*/ 209 w 533"/>
                <a:gd name="T53" fmla="*/ 900 h 1279"/>
                <a:gd name="T54" fmla="*/ 101 w 533"/>
                <a:gd name="T55" fmla="*/ 900 h 1279"/>
                <a:gd name="T56" fmla="*/ 101 w 533"/>
                <a:gd name="T57" fmla="*/ 792 h 1279"/>
                <a:gd name="T58" fmla="*/ 101 w 533"/>
                <a:gd name="T59" fmla="*/ 574 h 1279"/>
                <a:gd name="T60" fmla="*/ 209 w 533"/>
                <a:gd name="T61" fmla="*/ 574 h 1279"/>
                <a:gd name="T62" fmla="*/ 209 w 533"/>
                <a:gd name="T63" fmla="*/ 682 h 1279"/>
                <a:gd name="T64" fmla="*/ 101 w 533"/>
                <a:gd name="T65" fmla="*/ 682 h 1279"/>
                <a:gd name="T66" fmla="*/ 101 w 533"/>
                <a:gd name="T67" fmla="*/ 574 h 1279"/>
                <a:gd name="T68" fmla="*/ 101 w 533"/>
                <a:gd name="T69" fmla="*/ 355 h 1279"/>
                <a:gd name="T70" fmla="*/ 209 w 533"/>
                <a:gd name="T71" fmla="*/ 355 h 1279"/>
                <a:gd name="T72" fmla="*/ 209 w 533"/>
                <a:gd name="T73" fmla="*/ 463 h 1279"/>
                <a:gd name="T74" fmla="*/ 101 w 533"/>
                <a:gd name="T75" fmla="*/ 463 h 1279"/>
                <a:gd name="T76" fmla="*/ 101 w 533"/>
                <a:gd name="T77" fmla="*/ 355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3" h="1279">
                  <a:moveTo>
                    <a:pt x="0" y="224"/>
                  </a:moveTo>
                  <a:lnTo>
                    <a:pt x="0" y="1279"/>
                  </a:lnTo>
                  <a:lnTo>
                    <a:pt x="533" y="1279"/>
                  </a:lnTo>
                  <a:lnTo>
                    <a:pt x="533" y="224"/>
                  </a:lnTo>
                  <a:lnTo>
                    <a:pt x="451" y="224"/>
                  </a:lnTo>
                  <a:lnTo>
                    <a:pt x="451" y="116"/>
                  </a:lnTo>
                  <a:lnTo>
                    <a:pt x="82" y="0"/>
                  </a:lnTo>
                  <a:lnTo>
                    <a:pt x="82" y="224"/>
                  </a:lnTo>
                  <a:lnTo>
                    <a:pt x="0" y="224"/>
                  </a:lnTo>
                  <a:close/>
                  <a:moveTo>
                    <a:pt x="324" y="792"/>
                  </a:moveTo>
                  <a:lnTo>
                    <a:pt x="432" y="792"/>
                  </a:lnTo>
                  <a:lnTo>
                    <a:pt x="432" y="900"/>
                  </a:lnTo>
                  <a:lnTo>
                    <a:pt x="324" y="900"/>
                  </a:lnTo>
                  <a:lnTo>
                    <a:pt x="324" y="792"/>
                  </a:lnTo>
                  <a:close/>
                  <a:moveTo>
                    <a:pt x="324" y="574"/>
                  </a:moveTo>
                  <a:lnTo>
                    <a:pt x="432" y="574"/>
                  </a:lnTo>
                  <a:lnTo>
                    <a:pt x="432" y="682"/>
                  </a:lnTo>
                  <a:lnTo>
                    <a:pt x="324" y="682"/>
                  </a:lnTo>
                  <a:lnTo>
                    <a:pt x="324" y="574"/>
                  </a:lnTo>
                  <a:close/>
                  <a:moveTo>
                    <a:pt x="324" y="355"/>
                  </a:moveTo>
                  <a:lnTo>
                    <a:pt x="432" y="355"/>
                  </a:lnTo>
                  <a:lnTo>
                    <a:pt x="432" y="463"/>
                  </a:lnTo>
                  <a:lnTo>
                    <a:pt x="324" y="463"/>
                  </a:lnTo>
                  <a:lnTo>
                    <a:pt x="324" y="355"/>
                  </a:lnTo>
                  <a:close/>
                  <a:moveTo>
                    <a:pt x="101" y="792"/>
                  </a:moveTo>
                  <a:lnTo>
                    <a:pt x="209" y="792"/>
                  </a:lnTo>
                  <a:lnTo>
                    <a:pt x="209" y="900"/>
                  </a:lnTo>
                  <a:lnTo>
                    <a:pt x="101" y="900"/>
                  </a:lnTo>
                  <a:lnTo>
                    <a:pt x="101" y="792"/>
                  </a:lnTo>
                  <a:close/>
                  <a:moveTo>
                    <a:pt x="101" y="574"/>
                  </a:moveTo>
                  <a:lnTo>
                    <a:pt x="209" y="574"/>
                  </a:lnTo>
                  <a:lnTo>
                    <a:pt x="209" y="682"/>
                  </a:lnTo>
                  <a:lnTo>
                    <a:pt x="101" y="682"/>
                  </a:lnTo>
                  <a:lnTo>
                    <a:pt x="101" y="574"/>
                  </a:lnTo>
                  <a:close/>
                  <a:moveTo>
                    <a:pt x="101" y="355"/>
                  </a:moveTo>
                  <a:lnTo>
                    <a:pt x="209" y="355"/>
                  </a:lnTo>
                  <a:lnTo>
                    <a:pt x="209" y="463"/>
                  </a:lnTo>
                  <a:lnTo>
                    <a:pt x="101" y="463"/>
                  </a:lnTo>
                  <a:lnTo>
                    <a:pt x="101" y="3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</p:grpSp>
      <p:pic>
        <p:nvPicPr>
          <p:cNvPr id="63" name="图片 6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016" y="2681513"/>
            <a:ext cx="7854120" cy="3212635"/>
          </a:xfrm>
          <a:prstGeom prst="rect">
            <a:avLst/>
          </a:prstGeom>
        </p:spPr>
      </p:pic>
      <p:sp>
        <p:nvSpPr>
          <p:cNvPr id="41" name="îslîḋê"/>
          <p:cNvSpPr/>
          <p:nvPr userDrawn="1"/>
        </p:nvSpPr>
        <p:spPr bwMode="auto">
          <a:xfrm>
            <a:off x="4762" y="5042646"/>
            <a:ext cx="12187237" cy="1807323"/>
          </a:xfrm>
          <a:custGeom>
            <a:avLst/>
            <a:gdLst>
              <a:gd name="T0" fmla="*/ 0 w 3200"/>
              <a:gd name="T1" fmla="*/ 129 h 391"/>
              <a:gd name="T2" fmla="*/ 3200 w 3200"/>
              <a:gd name="T3" fmla="*/ 0 h 391"/>
              <a:gd name="T4" fmla="*/ 3200 w 3200"/>
              <a:gd name="T5" fmla="*/ 268 h 391"/>
              <a:gd name="T6" fmla="*/ 0 w 3200"/>
              <a:gd name="T7" fmla="*/ 264 h 391"/>
              <a:gd name="T8" fmla="*/ 0 w 3200"/>
              <a:gd name="T9" fmla="*/ 129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391">
                <a:moveTo>
                  <a:pt x="0" y="129"/>
                </a:moveTo>
                <a:cubicBezTo>
                  <a:pt x="217" y="129"/>
                  <a:pt x="2396" y="272"/>
                  <a:pt x="3200" y="0"/>
                </a:cubicBezTo>
                <a:cubicBezTo>
                  <a:pt x="3200" y="391"/>
                  <a:pt x="3200" y="268"/>
                  <a:pt x="3200" y="268"/>
                </a:cubicBezTo>
                <a:cubicBezTo>
                  <a:pt x="0" y="264"/>
                  <a:pt x="0" y="264"/>
                  <a:pt x="0" y="264"/>
                </a:cubicBezTo>
                <a:lnTo>
                  <a:pt x="0" y="129"/>
                </a:lnTo>
                <a:close/>
              </a:path>
            </a:pathLst>
          </a:custGeom>
          <a:solidFill>
            <a:srgbClr val="89CE5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  <p:sp>
        <p:nvSpPr>
          <p:cNvPr id="42" name="iṥliḍè"/>
          <p:cNvSpPr/>
          <p:nvPr userDrawn="1"/>
        </p:nvSpPr>
        <p:spPr bwMode="auto">
          <a:xfrm>
            <a:off x="4762" y="4796935"/>
            <a:ext cx="12187237" cy="2066481"/>
          </a:xfrm>
          <a:custGeom>
            <a:avLst/>
            <a:gdLst>
              <a:gd name="T0" fmla="*/ 3200 w 3200"/>
              <a:gd name="T1" fmla="*/ 331 h 465"/>
              <a:gd name="T2" fmla="*/ 0 w 3200"/>
              <a:gd name="T3" fmla="*/ 0 h 465"/>
              <a:gd name="T4" fmla="*/ 0 w 3200"/>
              <a:gd name="T5" fmla="*/ 465 h 465"/>
              <a:gd name="T6" fmla="*/ 3200 w 3200"/>
              <a:gd name="T7" fmla="*/ 465 h 465"/>
              <a:gd name="T8" fmla="*/ 3200 w 3200"/>
              <a:gd name="T9" fmla="*/ 331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465">
                <a:moveTo>
                  <a:pt x="3200" y="331"/>
                </a:moveTo>
                <a:cubicBezTo>
                  <a:pt x="2983" y="331"/>
                  <a:pt x="804" y="273"/>
                  <a:pt x="0" y="0"/>
                </a:cubicBezTo>
                <a:cubicBezTo>
                  <a:pt x="0" y="392"/>
                  <a:pt x="0" y="465"/>
                  <a:pt x="0" y="465"/>
                </a:cubicBezTo>
                <a:cubicBezTo>
                  <a:pt x="3200" y="465"/>
                  <a:pt x="3200" y="465"/>
                  <a:pt x="3200" y="465"/>
                </a:cubicBezTo>
                <a:lnTo>
                  <a:pt x="3200" y="331"/>
                </a:lnTo>
                <a:close/>
              </a:path>
            </a:pathLst>
          </a:custGeom>
          <a:solidFill>
            <a:srgbClr val="1E437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719417"/>
            <a:ext cx="11089949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/>
          <p:cNvSpPr/>
          <p:nvPr userDrawn="1"/>
        </p:nvSpPr>
        <p:spPr>
          <a:xfrm flipH="1" flipV="1">
            <a:off x="-10623" y="-1"/>
            <a:ext cx="767368" cy="708193"/>
          </a:xfrm>
          <a:custGeom>
            <a:avLst/>
            <a:gdLst>
              <a:gd name="connsiteX0" fmla="*/ 2658701 w 3945155"/>
              <a:gd name="connsiteY0" fmla="*/ 38 h 3640926"/>
              <a:gd name="connsiteX1" fmla="*/ 3857730 w 3945155"/>
              <a:gd name="connsiteY1" fmla="*/ 295953 h 3640926"/>
              <a:gd name="connsiteX2" fmla="*/ 3945155 w 3945155"/>
              <a:gd name="connsiteY2" fmla="*/ 345547 h 3640926"/>
              <a:gd name="connsiteX3" fmla="*/ 3945155 w 3945155"/>
              <a:gd name="connsiteY3" fmla="*/ 3640926 h 3640926"/>
              <a:gd name="connsiteX4" fmla="*/ 197308 w 3945155"/>
              <a:gd name="connsiteY4" fmla="*/ 3640926 h 3640926"/>
              <a:gd name="connsiteX5" fmla="*/ 115817 w 3945155"/>
              <a:gd name="connsiteY5" fmla="*/ 3415355 h 3640926"/>
              <a:gd name="connsiteX6" fmla="*/ 1872266 w 3945155"/>
              <a:gd name="connsiteY6" fmla="*/ 115818 h 3640926"/>
              <a:gd name="connsiteX7" fmla="*/ 2658701 w 3945155"/>
              <a:gd name="connsiteY7" fmla="*/ 38 h 364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45155" h="3640926">
                <a:moveTo>
                  <a:pt x="2658701" y="38"/>
                </a:moveTo>
                <a:cubicBezTo>
                  <a:pt x="3081233" y="2289"/>
                  <a:pt x="3491585" y="106610"/>
                  <a:pt x="3857730" y="295953"/>
                </a:cubicBezTo>
                <a:lnTo>
                  <a:pt x="3945155" y="345547"/>
                </a:lnTo>
                <a:lnTo>
                  <a:pt x="3945155" y="3640926"/>
                </a:lnTo>
                <a:lnTo>
                  <a:pt x="197308" y="3640926"/>
                </a:lnTo>
                <a:lnTo>
                  <a:pt x="115817" y="3415355"/>
                </a:lnTo>
                <a:cubicBezTo>
                  <a:pt x="-310295" y="2019184"/>
                  <a:pt x="476094" y="541930"/>
                  <a:pt x="1872266" y="115818"/>
                </a:cubicBezTo>
                <a:cubicBezTo>
                  <a:pt x="2134048" y="35922"/>
                  <a:pt x="2398681" y="-1347"/>
                  <a:pt x="2658701" y="38"/>
                </a:cubicBezTo>
                <a:close/>
              </a:path>
            </a:pathLst>
          </a:custGeom>
          <a:gradFill>
            <a:gsLst>
              <a:gs pos="0">
                <a:srgbClr val="59B4D7"/>
              </a:gs>
              <a:gs pos="100000">
                <a:srgbClr val="89CE5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437" y="149862"/>
            <a:ext cx="1694330" cy="477648"/>
          </a:xfrm>
          <a:prstGeom prst="rect">
            <a:avLst/>
          </a:prstGeom>
        </p:spPr>
      </p:pic>
      <p:sp>
        <p:nvSpPr>
          <p:cNvPr id="11" name="îslîḋê"/>
          <p:cNvSpPr/>
          <p:nvPr userDrawn="1"/>
        </p:nvSpPr>
        <p:spPr bwMode="auto">
          <a:xfrm>
            <a:off x="4762" y="6347012"/>
            <a:ext cx="12187237" cy="502957"/>
          </a:xfrm>
          <a:custGeom>
            <a:avLst/>
            <a:gdLst>
              <a:gd name="T0" fmla="*/ 0 w 3200"/>
              <a:gd name="T1" fmla="*/ 129 h 391"/>
              <a:gd name="T2" fmla="*/ 3200 w 3200"/>
              <a:gd name="T3" fmla="*/ 0 h 391"/>
              <a:gd name="T4" fmla="*/ 3200 w 3200"/>
              <a:gd name="T5" fmla="*/ 268 h 391"/>
              <a:gd name="T6" fmla="*/ 0 w 3200"/>
              <a:gd name="T7" fmla="*/ 264 h 391"/>
              <a:gd name="T8" fmla="*/ 0 w 3200"/>
              <a:gd name="T9" fmla="*/ 129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391">
                <a:moveTo>
                  <a:pt x="0" y="129"/>
                </a:moveTo>
                <a:cubicBezTo>
                  <a:pt x="217" y="129"/>
                  <a:pt x="2396" y="272"/>
                  <a:pt x="3200" y="0"/>
                </a:cubicBezTo>
                <a:cubicBezTo>
                  <a:pt x="3200" y="391"/>
                  <a:pt x="3200" y="268"/>
                  <a:pt x="3200" y="268"/>
                </a:cubicBezTo>
                <a:cubicBezTo>
                  <a:pt x="0" y="264"/>
                  <a:pt x="0" y="264"/>
                  <a:pt x="0" y="264"/>
                </a:cubicBezTo>
                <a:lnTo>
                  <a:pt x="0" y="129"/>
                </a:lnTo>
                <a:close/>
              </a:path>
            </a:pathLst>
          </a:custGeom>
          <a:solidFill>
            <a:srgbClr val="89CE5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  <p:sp>
        <p:nvSpPr>
          <p:cNvPr id="12" name="iṥliḍè"/>
          <p:cNvSpPr/>
          <p:nvPr userDrawn="1"/>
        </p:nvSpPr>
        <p:spPr bwMode="auto">
          <a:xfrm>
            <a:off x="4762" y="6262166"/>
            <a:ext cx="12187237" cy="601250"/>
          </a:xfrm>
          <a:custGeom>
            <a:avLst/>
            <a:gdLst>
              <a:gd name="T0" fmla="*/ 3200 w 3200"/>
              <a:gd name="T1" fmla="*/ 331 h 465"/>
              <a:gd name="T2" fmla="*/ 0 w 3200"/>
              <a:gd name="T3" fmla="*/ 0 h 465"/>
              <a:gd name="T4" fmla="*/ 0 w 3200"/>
              <a:gd name="T5" fmla="*/ 465 h 465"/>
              <a:gd name="T6" fmla="*/ 3200 w 3200"/>
              <a:gd name="T7" fmla="*/ 465 h 465"/>
              <a:gd name="T8" fmla="*/ 3200 w 3200"/>
              <a:gd name="T9" fmla="*/ 331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465">
                <a:moveTo>
                  <a:pt x="3200" y="331"/>
                </a:moveTo>
                <a:cubicBezTo>
                  <a:pt x="2983" y="331"/>
                  <a:pt x="804" y="273"/>
                  <a:pt x="0" y="0"/>
                </a:cubicBezTo>
                <a:cubicBezTo>
                  <a:pt x="0" y="392"/>
                  <a:pt x="0" y="465"/>
                  <a:pt x="0" y="465"/>
                </a:cubicBezTo>
                <a:cubicBezTo>
                  <a:pt x="3200" y="465"/>
                  <a:pt x="3200" y="465"/>
                  <a:pt x="3200" y="465"/>
                </a:cubicBezTo>
                <a:lnTo>
                  <a:pt x="3200" y="331"/>
                </a:lnTo>
                <a:close/>
              </a:path>
            </a:pathLst>
          </a:custGeom>
          <a:solidFill>
            <a:srgbClr val="1E437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isḷidé"/>
          <p:cNvGrpSpPr/>
          <p:nvPr userDrawn="1"/>
        </p:nvGrpSpPr>
        <p:grpSpPr>
          <a:xfrm flipH="1">
            <a:off x="9384883" y="5032755"/>
            <a:ext cx="2807116" cy="1687220"/>
            <a:chOff x="107951" y="2128838"/>
            <a:chExt cx="6645275" cy="3994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9" name="íŝḻïḓè"/>
            <p:cNvSpPr/>
            <p:nvPr/>
          </p:nvSpPr>
          <p:spPr bwMode="auto">
            <a:xfrm>
              <a:off x="1074738" y="3060700"/>
              <a:ext cx="844550" cy="3062288"/>
            </a:xfrm>
            <a:custGeom>
              <a:avLst/>
              <a:gdLst>
                <a:gd name="T0" fmla="*/ 0 w 532"/>
                <a:gd name="T1" fmla="*/ 355 h 1929"/>
                <a:gd name="T2" fmla="*/ 0 w 532"/>
                <a:gd name="T3" fmla="*/ 1929 h 1929"/>
                <a:gd name="T4" fmla="*/ 532 w 532"/>
                <a:gd name="T5" fmla="*/ 1929 h 1929"/>
                <a:gd name="T6" fmla="*/ 532 w 532"/>
                <a:gd name="T7" fmla="*/ 0 h 1929"/>
                <a:gd name="T8" fmla="*/ 0 w 532"/>
                <a:gd name="T9" fmla="*/ 355 h 1929"/>
                <a:gd name="T10" fmla="*/ 69 w 532"/>
                <a:gd name="T11" fmla="*/ 1502 h 1929"/>
                <a:gd name="T12" fmla="*/ 462 w 532"/>
                <a:gd name="T13" fmla="*/ 1502 h 1929"/>
                <a:gd name="T14" fmla="*/ 462 w 532"/>
                <a:gd name="T15" fmla="*/ 1543 h 1929"/>
                <a:gd name="T16" fmla="*/ 69 w 532"/>
                <a:gd name="T17" fmla="*/ 1543 h 1929"/>
                <a:gd name="T18" fmla="*/ 69 w 532"/>
                <a:gd name="T19" fmla="*/ 1502 h 1929"/>
                <a:gd name="T20" fmla="*/ 69 w 532"/>
                <a:gd name="T21" fmla="*/ 1387 h 1929"/>
                <a:gd name="T22" fmla="*/ 462 w 532"/>
                <a:gd name="T23" fmla="*/ 1387 h 1929"/>
                <a:gd name="T24" fmla="*/ 462 w 532"/>
                <a:gd name="T25" fmla="*/ 1428 h 1929"/>
                <a:gd name="T26" fmla="*/ 69 w 532"/>
                <a:gd name="T27" fmla="*/ 1428 h 1929"/>
                <a:gd name="T28" fmla="*/ 69 w 532"/>
                <a:gd name="T29" fmla="*/ 1387 h 1929"/>
                <a:gd name="T30" fmla="*/ 69 w 532"/>
                <a:gd name="T31" fmla="*/ 1272 h 1929"/>
                <a:gd name="T32" fmla="*/ 462 w 532"/>
                <a:gd name="T33" fmla="*/ 1272 h 1929"/>
                <a:gd name="T34" fmla="*/ 462 w 532"/>
                <a:gd name="T35" fmla="*/ 1315 h 1929"/>
                <a:gd name="T36" fmla="*/ 69 w 532"/>
                <a:gd name="T37" fmla="*/ 1315 h 1929"/>
                <a:gd name="T38" fmla="*/ 69 w 532"/>
                <a:gd name="T39" fmla="*/ 1272 h 1929"/>
                <a:gd name="T40" fmla="*/ 69 w 532"/>
                <a:gd name="T41" fmla="*/ 1157 h 1929"/>
                <a:gd name="T42" fmla="*/ 462 w 532"/>
                <a:gd name="T43" fmla="*/ 1157 h 1929"/>
                <a:gd name="T44" fmla="*/ 462 w 532"/>
                <a:gd name="T45" fmla="*/ 1200 h 1929"/>
                <a:gd name="T46" fmla="*/ 69 w 532"/>
                <a:gd name="T47" fmla="*/ 1200 h 1929"/>
                <a:gd name="T48" fmla="*/ 69 w 532"/>
                <a:gd name="T49" fmla="*/ 1157 h 1929"/>
                <a:gd name="T50" fmla="*/ 69 w 532"/>
                <a:gd name="T51" fmla="*/ 1044 h 1929"/>
                <a:gd name="T52" fmla="*/ 462 w 532"/>
                <a:gd name="T53" fmla="*/ 1044 h 1929"/>
                <a:gd name="T54" fmla="*/ 462 w 532"/>
                <a:gd name="T55" fmla="*/ 1085 h 1929"/>
                <a:gd name="T56" fmla="*/ 69 w 532"/>
                <a:gd name="T57" fmla="*/ 1085 h 1929"/>
                <a:gd name="T58" fmla="*/ 69 w 532"/>
                <a:gd name="T59" fmla="*/ 1044 h 1929"/>
                <a:gd name="T60" fmla="*/ 69 w 532"/>
                <a:gd name="T61" fmla="*/ 929 h 1929"/>
                <a:gd name="T62" fmla="*/ 462 w 532"/>
                <a:gd name="T63" fmla="*/ 929 h 1929"/>
                <a:gd name="T64" fmla="*/ 462 w 532"/>
                <a:gd name="T65" fmla="*/ 969 h 1929"/>
                <a:gd name="T66" fmla="*/ 69 w 532"/>
                <a:gd name="T67" fmla="*/ 969 h 1929"/>
                <a:gd name="T68" fmla="*/ 69 w 532"/>
                <a:gd name="T69" fmla="*/ 929 h 1929"/>
                <a:gd name="T70" fmla="*/ 69 w 532"/>
                <a:gd name="T71" fmla="*/ 814 h 1929"/>
                <a:gd name="T72" fmla="*/ 462 w 532"/>
                <a:gd name="T73" fmla="*/ 814 h 1929"/>
                <a:gd name="T74" fmla="*/ 462 w 532"/>
                <a:gd name="T75" fmla="*/ 854 h 1929"/>
                <a:gd name="T76" fmla="*/ 69 w 532"/>
                <a:gd name="T77" fmla="*/ 854 h 1929"/>
                <a:gd name="T78" fmla="*/ 69 w 532"/>
                <a:gd name="T79" fmla="*/ 814 h 1929"/>
                <a:gd name="T80" fmla="*/ 69 w 532"/>
                <a:gd name="T81" fmla="*/ 698 h 1929"/>
                <a:gd name="T82" fmla="*/ 462 w 532"/>
                <a:gd name="T83" fmla="*/ 698 h 1929"/>
                <a:gd name="T84" fmla="*/ 462 w 532"/>
                <a:gd name="T85" fmla="*/ 739 h 1929"/>
                <a:gd name="T86" fmla="*/ 69 w 532"/>
                <a:gd name="T87" fmla="*/ 739 h 1929"/>
                <a:gd name="T88" fmla="*/ 69 w 532"/>
                <a:gd name="T89" fmla="*/ 698 h 1929"/>
                <a:gd name="T90" fmla="*/ 69 w 532"/>
                <a:gd name="T91" fmla="*/ 583 h 1929"/>
                <a:gd name="T92" fmla="*/ 462 w 532"/>
                <a:gd name="T93" fmla="*/ 583 h 1929"/>
                <a:gd name="T94" fmla="*/ 462 w 532"/>
                <a:gd name="T95" fmla="*/ 626 h 1929"/>
                <a:gd name="T96" fmla="*/ 69 w 532"/>
                <a:gd name="T97" fmla="*/ 626 h 1929"/>
                <a:gd name="T98" fmla="*/ 69 w 532"/>
                <a:gd name="T99" fmla="*/ 583 h 1929"/>
                <a:gd name="T100" fmla="*/ 69 w 532"/>
                <a:gd name="T101" fmla="*/ 468 h 1929"/>
                <a:gd name="T102" fmla="*/ 462 w 532"/>
                <a:gd name="T103" fmla="*/ 468 h 1929"/>
                <a:gd name="T104" fmla="*/ 462 w 532"/>
                <a:gd name="T105" fmla="*/ 511 h 1929"/>
                <a:gd name="T106" fmla="*/ 69 w 532"/>
                <a:gd name="T107" fmla="*/ 511 h 1929"/>
                <a:gd name="T108" fmla="*/ 69 w 532"/>
                <a:gd name="T109" fmla="*/ 468 h 1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32" h="1929">
                  <a:moveTo>
                    <a:pt x="0" y="355"/>
                  </a:moveTo>
                  <a:lnTo>
                    <a:pt x="0" y="1929"/>
                  </a:lnTo>
                  <a:lnTo>
                    <a:pt x="532" y="1929"/>
                  </a:lnTo>
                  <a:lnTo>
                    <a:pt x="532" y="0"/>
                  </a:lnTo>
                  <a:lnTo>
                    <a:pt x="0" y="355"/>
                  </a:lnTo>
                  <a:close/>
                  <a:moveTo>
                    <a:pt x="69" y="1502"/>
                  </a:moveTo>
                  <a:lnTo>
                    <a:pt x="462" y="1502"/>
                  </a:lnTo>
                  <a:lnTo>
                    <a:pt x="462" y="1543"/>
                  </a:lnTo>
                  <a:lnTo>
                    <a:pt x="69" y="1543"/>
                  </a:lnTo>
                  <a:lnTo>
                    <a:pt x="69" y="1502"/>
                  </a:lnTo>
                  <a:close/>
                  <a:moveTo>
                    <a:pt x="69" y="1387"/>
                  </a:moveTo>
                  <a:lnTo>
                    <a:pt x="462" y="1387"/>
                  </a:lnTo>
                  <a:lnTo>
                    <a:pt x="462" y="1428"/>
                  </a:lnTo>
                  <a:lnTo>
                    <a:pt x="69" y="1428"/>
                  </a:lnTo>
                  <a:lnTo>
                    <a:pt x="69" y="1387"/>
                  </a:lnTo>
                  <a:close/>
                  <a:moveTo>
                    <a:pt x="69" y="1272"/>
                  </a:moveTo>
                  <a:lnTo>
                    <a:pt x="462" y="1272"/>
                  </a:lnTo>
                  <a:lnTo>
                    <a:pt x="462" y="1315"/>
                  </a:lnTo>
                  <a:lnTo>
                    <a:pt x="69" y="1315"/>
                  </a:lnTo>
                  <a:lnTo>
                    <a:pt x="69" y="1272"/>
                  </a:lnTo>
                  <a:close/>
                  <a:moveTo>
                    <a:pt x="69" y="1157"/>
                  </a:moveTo>
                  <a:lnTo>
                    <a:pt x="462" y="1157"/>
                  </a:lnTo>
                  <a:lnTo>
                    <a:pt x="462" y="1200"/>
                  </a:lnTo>
                  <a:lnTo>
                    <a:pt x="69" y="1200"/>
                  </a:lnTo>
                  <a:lnTo>
                    <a:pt x="69" y="1157"/>
                  </a:lnTo>
                  <a:close/>
                  <a:moveTo>
                    <a:pt x="69" y="1044"/>
                  </a:moveTo>
                  <a:lnTo>
                    <a:pt x="462" y="1044"/>
                  </a:lnTo>
                  <a:lnTo>
                    <a:pt x="462" y="1085"/>
                  </a:lnTo>
                  <a:lnTo>
                    <a:pt x="69" y="1085"/>
                  </a:lnTo>
                  <a:lnTo>
                    <a:pt x="69" y="1044"/>
                  </a:lnTo>
                  <a:close/>
                  <a:moveTo>
                    <a:pt x="69" y="929"/>
                  </a:moveTo>
                  <a:lnTo>
                    <a:pt x="462" y="929"/>
                  </a:lnTo>
                  <a:lnTo>
                    <a:pt x="462" y="969"/>
                  </a:lnTo>
                  <a:lnTo>
                    <a:pt x="69" y="969"/>
                  </a:lnTo>
                  <a:lnTo>
                    <a:pt x="69" y="929"/>
                  </a:lnTo>
                  <a:close/>
                  <a:moveTo>
                    <a:pt x="69" y="814"/>
                  </a:moveTo>
                  <a:lnTo>
                    <a:pt x="462" y="814"/>
                  </a:lnTo>
                  <a:lnTo>
                    <a:pt x="462" y="854"/>
                  </a:lnTo>
                  <a:lnTo>
                    <a:pt x="69" y="854"/>
                  </a:lnTo>
                  <a:lnTo>
                    <a:pt x="69" y="814"/>
                  </a:lnTo>
                  <a:close/>
                  <a:moveTo>
                    <a:pt x="69" y="698"/>
                  </a:moveTo>
                  <a:lnTo>
                    <a:pt x="462" y="698"/>
                  </a:lnTo>
                  <a:lnTo>
                    <a:pt x="462" y="739"/>
                  </a:lnTo>
                  <a:lnTo>
                    <a:pt x="69" y="739"/>
                  </a:lnTo>
                  <a:lnTo>
                    <a:pt x="69" y="698"/>
                  </a:lnTo>
                  <a:close/>
                  <a:moveTo>
                    <a:pt x="69" y="583"/>
                  </a:moveTo>
                  <a:lnTo>
                    <a:pt x="462" y="583"/>
                  </a:lnTo>
                  <a:lnTo>
                    <a:pt x="462" y="626"/>
                  </a:lnTo>
                  <a:lnTo>
                    <a:pt x="69" y="626"/>
                  </a:lnTo>
                  <a:lnTo>
                    <a:pt x="69" y="583"/>
                  </a:lnTo>
                  <a:close/>
                  <a:moveTo>
                    <a:pt x="69" y="468"/>
                  </a:moveTo>
                  <a:lnTo>
                    <a:pt x="462" y="468"/>
                  </a:lnTo>
                  <a:lnTo>
                    <a:pt x="462" y="511"/>
                  </a:lnTo>
                  <a:lnTo>
                    <a:pt x="69" y="511"/>
                  </a:lnTo>
                  <a:lnTo>
                    <a:pt x="69" y="4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40" name="iŝļïďe"/>
            <p:cNvSpPr/>
            <p:nvPr/>
          </p:nvSpPr>
          <p:spPr bwMode="auto">
            <a:xfrm>
              <a:off x="107951" y="3571875"/>
              <a:ext cx="844550" cy="2551113"/>
            </a:xfrm>
            <a:custGeom>
              <a:avLst/>
              <a:gdLst>
                <a:gd name="T0" fmla="*/ 0 w 532"/>
                <a:gd name="T1" fmla="*/ 314 h 1607"/>
                <a:gd name="T2" fmla="*/ 0 w 532"/>
                <a:gd name="T3" fmla="*/ 1607 h 1607"/>
                <a:gd name="T4" fmla="*/ 532 w 532"/>
                <a:gd name="T5" fmla="*/ 1607 h 1607"/>
                <a:gd name="T6" fmla="*/ 532 w 532"/>
                <a:gd name="T7" fmla="*/ 314 h 1607"/>
                <a:gd name="T8" fmla="*/ 347 w 532"/>
                <a:gd name="T9" fmla="*/ 314 h 1607"/>
                <a:gd name="T10" fmla="*/ 347 w 532"/>
                <a:gd name="T11" fmla="*/ 192 h 1607"/>
                <a:gd name="T12" fmla="*/ 242 w 532"/>
                <a:gd name="T13" fmla="*/ 192 h 1607"/>
                <a:gd name="T14" fmla="*/ 242 w 532"/>
                <a:gd name="T15" fmla="*/ 314 h 1607"/>
                <a:gd name="T16" fmla="*/ 163 w 532"/>
                <a:gd name="T17" fmla="*/ 314 h 1607"/>
                <a:gd name="T18" fmla="*/ 163 w 532"/>
                <a:gd name="T19" fmla="*/ 0 h 1607"/>
                <a:gd name="T20" fmla="*/ 55 w 532"/>
                <a:gd name="T21" fmla="*/ 0 h 1607"/>
                <a:gd name="T22" fmla="*/ 55 w 532"/>
                <a:gd name="T23" fmla="*/ 314 h 1607"/>
                <a:gd name="T24" fmla="*/ 0 w 532"/>
                <a:gd name="T25" fmla="*/ 314 h 1607"/>
                <a:gd name="T26" fmla="*/ 335 w 532"/>
                <a:gd name="T27" fmla="*/ 1226 h 1607"/>
                <a:gd name="T28" fmla="*/ 438 w 532"/>
                <a:gd name="T29" fmla="*/ 1226 h 1607"/>
                <a:gd name="T30" fmla="*/ 438 w 532"/>
                <a:gd name="T31" fmla="*/ 1329 h 1607"/>
                <a:gd name="T32" fmla="*/ 335 w 532"/>
                <a:gd name="T33" fmla="*/ 1329 h 1607"/>
                <a:gd name="T34" fmla="*/ 335 w 532"/>
                <a:gd name="T35" fmla="*/ 1226 h 1607"/>
                <a:gd name="T36" fmla="*/ 335 w 532"/>
                <a:gd name="T37" fmla="*/ 1034 h 1607"/>
                <a:gd name="T38" fmla="*/ 438 w 532"/>
                <a:gd name="T39" fmla="*/ 1034 h 1607"/>
                <a:gd name="T40" fmla="*/ 438 w 532"/>
                <a:gd name="T41" fmla="*/ 1137 h 1607"/>
                <a:gd name="T42" fmla="*/ 335 w 532"/>
                <a:gd name="T43" fmla="*/ 1137 h 1607"/>
                <a:gd name="T44" fmla="*/ 335 w 532"/>
                <a:gd name="T45" fmla="*/ 1034 h 1607"/>
                <a:gd name="T46" fmla="*/ 335 w 532"/>
                <a:gd name="T47" fmla="*/ 842 h 1607"/>
                <a:gd name="T48" fmla="*/ 438 w 532"/>
                <a:gd name="T49" fmla="*/ 842 h 1607"/>
                <a:gd name="T50" fmla="*/ 438 w 532"/>
                <a:gd name="T51" fmla="*/ 947 h 1607"/>
                <a:gd name="T52" fmla="*/ 335 w 532"/>
                <a:gd name="T53" fmla="*/ 947 h 1607"/>
                <a:gd name="T54" fmla="*/ 335 w 532"/>
                <a:gd name="T55" fmla="*/ 842 h 1607"/>
                <a:gd name="T56" fmla="*/ 335 w 532"/>
                <a:gd name="T57" fmla="*/ 652 h 1607"/>
                <a:gd name="T58" fmla="*/ 438 w 532"/>
                <a:gd name="T59" fmla="*/ 652 h 1607"/>
                <a:gd name="T60" fmla="*/ 438 w 532"/>
                <a:gd name="T61" fmla="*/ 755 h 1607"/>
                <a:gd name="T62" fmla="*/ 335 w 532"/>
                <a:gd name="T63" fmla="*/ 755 h 1607"/>
                <a:gd name="T64" fmla="*/ 335 w 532"/>
                <a:gd name="T65" fmla="*/ 652 h 1607"/>
                <a:gd name="T66" fmla="*/ 335 w 532"/>
                <a:gd name="T67" fmla="*/ 460 h 1607"/>
                <a:gd name="T68" fmla="*/ 438 w 532"/>
                <a:gd name="T69" fmla="*/ 460 h 1607"/>
                <a:gd name="T70" fmla="*/ 438 w 532"/>
                <a:gd name="T71" fmla="*/ 566 h 1607"/>
                <a:gd name="T72" fmla="*/ 335 w 532"/>
                <a:gd name="T73" fmla="*/ 566 h 1607"/>
                <a:gd name="T74" fmla="*/ 335 w 532"/>
                <a:gd name="T75" fmla="*/ 460 h 1607"/>
                <a:gd name="T76" fmla="*/ 93 w 532"/>
                <a:gd name="T77" fmla="*/ 1226 h 1607"/>
                <a:gd name="T78" fmla="*/ 196 w 532"/>
                <a:gd name="T79" fmla="*/ 1226 h 1607"/>
                <a:gd name="T80" fmla="*/ 196 w 532"/>
                <a:gd name="T81" fmla="*/ 1329 h 1607"/>
                <a:gd name="T82" fmla="*/ 93 w 532"/>
                <a:gd name="T83" fmla="*/ 1329 h 1607"/>
                <a:gd name="T84" fmla="*/ 93 w 532"/>
                <a:gd name="T85" fmla="*/ 1226 h 1607"/>
                <a:gd name="T86" fmla="*/ 93 w 532"/>
                <a:gd name="T87" fmla="*/ 1034 h 1607"/>
                <a:gd name="T88" fmla="*/ 196 w 532"/>
                <a:gd name="T89" fmla="*/ 1034 h 1607"/>
                <a:gd name="T90" fmla="*/ 196 w 532"/>
                <a:gd name="T91" fmla="*/ 1137 h 1607"/>
                <a:gd name="T92" fmla="*/ 93 w 532"/>
                <a:gd name="T93" fmla="*/ 1137 h 1607"/>
                <a:gd name="T94" fmla="*/ 93 w 532"/>
                <a:gd name="T95" fmla="*/ 1034 h 1607"/>
                <a:gd name="T96" fmla="*/ 93 w 532"/>
                <a:gd name="T97" fmla="*/ 842 h 1607"/>
                <a:gd name="T98" fmla="*/ 196 w 532"/>
                <a:gd name="T99" fmla="*/ 842 h 1607"/>
                <a:gd name="T100" fmla="*/ 196 w 532"/>
                <a:gd name="T101" fmla="*/ 947 h 1607"/>
                <a:gd name="T102" fmla="*/ 93 w 532"/>
                <a:gd name="T103" fmla="*/ 947 h 1607"/>
                <a:gd name="T104" fmla="*/ 93 w 532"/>
                <a:gd name="T105" fmla="*/ 842 h 1607"/>
                <a:gd name="T106" fmla="*/ 93 w 532"/>
                <a:gd name="T107" fmla="*/ 652 h 1607"/>
                <a:gd name="T108" fmla="*/ 196 w 532"/>
                <a:gd name="T109" fmla="*/ 652 h 1607"/>
                <a:gd name="T110" fmla="*/ 196 w 532"/>
                <a:gd name="T111" fmla="*/ 755 h 1607"/>
                <a:gd name="T112" fmla="*/ 93 w 532"/>
                <a:gd name="T113" fmla="*/ 755 h 1607"/>
                <a:gd name="T114" fmla="*/ 93 w 532"/>
                <a:gd name="T115" fmla="*/ 652 h 1607"/>
                <a:gd name="T116" fmla="*/ 93 w 532"/>
                <a:gd name="T117" fmla="*/ 460 h 1607"/>
                <a:gd name="T118" fmla="*/ 196 w 532"/>
                <a:gd name="T119" fmla="*/ 460 h 1607"/>
                <a:gd name="T120" fmla="*/ 196 w 532"/>
                <a:gd name="T121" fmla="*/ 566 h 1607"/>
                <a:gd name="T122" fmla="*/ 93 w 532"/>
                <a:gd name="T123" fmla="*/ 566 h 1607"/>
                <a:gd name="T124" fmla="*/ 93 w 532"/>
                <a:gd name="T125" fmla="*/ 460 h 1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32" h="1607">
                  <a:moveTo>
                    <a:pt x="0" y="314"/>
                  </a:moveTo>
                  <a:lnTo>
                    <a:pt x="0" y="1607"/>
                  </a:lnTo>
                  <a:lnTo>
                    <a:pt x="532" y="1607"/>
                  </a:lnTo>
                  <a:lnTo>
                    <a:pt x="532" y="314"/>
                  </a:lnTo>
                  <a:lnTo>
                    <a:pt x="347" y="314"/>
                  </a:lnTo>
                  <a:lnTo>
                    <a:pt x="347" y="192"/>
                  </a:lnTo>
                  <a:lnTo>
                    <a:pt x="242" y="192"/>
                  </a:lnTo>
                  <a:lnTo>
                    <a:pt x="242" y="314"/>
                  </a:lnTo>
                  <a:lnTo>
                    <a:pt x="163" y="314"/>
                  </a:lnTo>
                  <a:lnTo>
                    <a:pt x="163" y="0"/>
                  </a:lnTo>
                  <a:lnTo>
                    <a:pt x="55" y="0"/>
                  </a:lnTo>
                  <a:lnTo>
                    <a:pt x="55" y="314"/>
                  </a:lnTo>
                  <a:lnTo>
                    <a:pt x="0" y="314"/>
                  </a:lnTo>
                  <a:close/>
                  <a:moveTo>
                    <a:pt x="335" y="1226"/>
                  </a:moveTo>
                  <a:lnTo>
                    <a:pt x="438" y="1226"/>
                  </a:lnTo>
                  <a:lnTo>
                    <a:pt x="438" y="1329"/>
                  </a:lnTo>
                  <a:lnTo>
                    <a:pt x="335" y="1329"/>
                  </a:lnTo>
                  <a:lnTo>
                    <a:pt x="335" y="1226"/>
                  </a:lnTo>
                  <a:close/>
                  <a:moveTo>
                    <a:pt x="335" y="1034"/>
                  </a:moveTo>
                  <a:lnTo>
                    <a:pt x="438" y="1034"/>
                  </a:lnTo>
                  <a:lnTo>
                    <a:pt x="438" y="1137"/>
                  </a:lnTo>
                  <a:lnTo>
                    <a:pt x="335" y="1137"/>
                  </a:lnTo>
                  <a:lnTo>
                    <a:pt x="335" y="1034"/>
                  </a:lnTo>
                  <a:close/>
                  <a:moveTo>
                    <a:pt x="335" y="842"/>
                  </a:moveTo>
                  <a:lnTo>
                    <a:pt x="438" y="842"/>
                  </a:lnTo>
                  <a:lnTo>
                    <a:pt x="438" y="947"/>
                  </a:lnTo>
                  <a:lnTo>
                    <a:pt x="335" y="947"/>
                  </a:lnTo>
                  <a:lnTo>
                    <a:pt x="335" y="842"/>
                  </a:lnTo>
                  <a:close/>
                  <a:moveTo>
                    <a:pt x="335" y="652"/>
                  </a:moveTo>
                  <a:lnTo>
                    <a:pt x="438" y="652"/>
                  </a:lnTo>
                  <a:lnTo>
                    <a:pt x="438" y="755"/>
                  </a:lnTo>
                  <a:lnTo>
                    <a:pt x="335" y="755"/>
                  </a:lnTo>
                  <a:lnTo>
                    <a:pt x="335" y="652"/>
                  </a:lnTo>
                  <a:close/>
                  <a:moveTo>
                    <a:pt x="335" y="460"/>
                  </a:moveTo>
                  <a:lnTo>
                    <a:pt x="438" y="460"/>
                  </a:lnTo>
                  <a:lnTo>
                    <a:pt x="438" y="566"/>
                  </a:lnTo>
                  <a:lnTo>
                    <a:pt x="335" y="566"/>
                  </a:lnTo>
                  <a:lnTo>
                    <a:pt x="335" y="460"/>
                  </a:lnTo>
                  <a:close/>
                  <a:moveTo>
                    <a:pt x="93" y="1226"/>
                  </a:moveTo>
                  <a:lnTo>
                    <a:pt x="196" y="1226"/>
                  </a:lnTo>
                  <a:lnTo>
                    <a:pt x="196" y="1329"/>
                  </a:lnTo>
                  <a:lnTo>
                    <a:pt x="93" y="1329"/>
                  </a:lnTo>
                  <a:lnTo>
                    <a:pt x="93" y="1226"/>
                  </a:lnTo>
                  <a:close/>
                  <a:moveTo>
                    <a:pt x="93" y="1034"/>
                  </a:moveTo>
                  <a:lnTo>
                    <a:pt x="196" y="1034"/>
                  </a:lnTo>
                  <a:lnTo>
                    <a:pt x="196" y="1137"/>
                  </a:lnTo>
                  <a:lnTo>
                    <a:pt x="93" y="1137"/>
                  </a:lnTo>
                  <a:lnTo>
                    <a:pt x="93" y="1034"/>
                  </a:lnTo>
                  <a:close/>
                  <a:moveTo>
                    <a:pt x="93" y="842"/>
                  </a:moveTo>
                  <a:lnTo>
                    <a:pt x="196" y="842"/>
                  </a:lnTo>
                  <a:lnTo>
                    <a:pt x="196" y="947"/>
                  </a:lnTo>
                  <a:lnTo>
                    <a:pt x="93" y="947"/>
                  </a:lnTo>
                  <a:lnTo>
                    <a:pt x="93" y="842"/>
                  </a:lnTo>
                  <a:close/>
                  <a:moveTo>
                    <a:pt x="93" y="652"/>
                  </a:moveTo>
                  <a:lnTo>
                    <a:pt x="196" y="652"/>
                  </a:lnTo>
                  <a:lnTo>
                    <a:pt x="196" y="755"/>
                  </a:lnTo>
                  <a:lnTo>
                    <a:pt x="93" y="755"/>
                  </a:lnTo>
                  <a:lnTo>
                    <a:pt x="93" y="652"/>
                  </a:lnTo>
                  <a:close/>
                  <a:moveTo>
                    <a:pt x="93" y="460"/>
                  </a:moveTo>
                  <a:lnTo>
                    <a:pt x="196" y="460"/>
                  </a:lnTo>
                  <a:lnTo>
                    <a:pt x="196" y="566"/>
                  </a:lnTo>
                  <a:lnTo>
                    <a:pt x="93" y="566"/>
                  </a:lnTo>
                  <a:lnTo>
                    <a:pt x="93" y="4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41" name="işḻîdê"/>
            <p:cNvSpPr/>
            <p:nvPr/>
          </p:nvSpPr>
          <p:spPr bwMode="auto">
            <a:xfrm>
              <a:off x="3008313" y="2128838"/>
              <a:ext cx="844550" cy="3994150"/>
            </a:xfrm>
            <a:custGeom>
              <a:avLst/>
              <a:gdLst>
                <a:gd name="T0" fmla="*/ 0 w 532"/>
                <a:gd name="T1" fmla="*/ 463 h 2516"/>
                <a:gd name="T2" fmla="*/ 0 w 532"/>
                <a:gd name="T3" fmla="*/ 2516 h 2516"/>
                <a:gd name="T4" fmla="*/ 532 w 532"/>
                <a:gd name="T5" fmla="*/ 2516 h 2516"/>
                <a:gd name="T6" fmla="*/ 532 w 532"/>
                <a:gd name="T7" fmla="*/ 463 h 2516"/>
                <a:gd name="T8" fmla="*/ 258 w 532"/>
                <a:gd name="T9" fmla="*/ 0 h 2516"/>
                <a:gd name="T10" fmla="*/ 0 w 532"/>
                <a:gd name="T11" fmla="*/ 463 h 2516"/>
                <a:gd name="T12" fmla="*/ 371 w 532"/>
                <a:gd name="T13" fmla="*/ 1832 h 2516"/>
                <a:gd name="T14" fmla="*/ 443 w 532"/>
                <a:gd name="T15" fmla="*/ 1832 h 2516"/>
                <a:gd name="T16" fmla="*/ 443 w 532"/>
                <a:gd name="T17" fmla="*/ 2139 h 2516"/>
                <a:gd name="T18" fmla="*/ 371 w 532"/>
                <a:gd name="T19" fmla="*/ 2139 h 2516"/>
                <a:gd name="T20" fmla="*/ 371 w 532"/>
                <a:gd name="T21" fmla="*/ 1832 h 2516"/>
                <a:gd name="T22" fmla="*/ 371 w 532"/>
                <a:gd name="T23" fmla="*/ 1432 h 2516"/>
                <a:gd name="T24" fmla="*/ 443 w 532"/>
                <a:gd name="T25" fmla="*/ 1432 h 2516"/>
                <a:gd name="T26" fmla="*/ 443 w 532"/>
                <a:gd name="T27" fmla="*/ 1739 h 2516"/>
                <a:gd name="T28" fmla="*/ 371 w 532"/>
                <a:gd name="T29" fmla="*/ 1739 h 2516"/>
                <a:gd name="T30" fmla="*/ 371 w 532"/>
                <a:gd name="T31" fmla="*/ 1432 h 2516"/>
                <a:gd name="T32" fmla="*/ 371 w 532"/>
                <a:gd name="T33" fmla="*/ 630 h 2516"/>
                <a:gd name="T34" fmla="*/ 443 w 532"/>
                <a:gd name="T35" fmla="*/ 630 h 2516"/>
                <a:gd name="T36" fmla="*/ 443 w 532"/>
                <a:gd name="T37" fmla="*/ 938 h 2516"/>
                <a:gd name="T38" fmla="*/ 371 w 532"/>
                <a:gd name="T39" fmla="*/ 938 h 2516"/>
                <a:gd name="T40" fmla="*/ 371 w 532"/>
                <a:gd name="T41" fmla="*/ 630 h 2516"/>
                <a:gd name="T42" fmla="*/ 230 w 532"/>
                <a:gd name="T43" fmla="*/ 1832 h 2516"/>
                <a:gd name="T44" fmla="*/ 302 w 532"/>
                <a:gd name="T45" fmla="*/ 1832 h 2516"/>
                <a:gd name="T46" fmla="*/ 302 w 532"/>
                <a:gd name="T47" fmla="*/ 2139 h 2516"/>
                <a:gd name="T48" fmla="*/ 230 w 532"/>
                <a:gd name="T49" fmla="*/ 2139 h 2516"/>
                <a:gd name="T50" fmla="*/ 230 w 532"/>
                <a:gd name="T51" fmla="*/ 1832 h 2516"/>
                <a:gd name="T52" fmla="*/ 230 w 532"/>
                <a:gd name="T53" fmla="*/ 1432 h 2516"/>
                <a:gd name="T54" fmla="*/ 302 w 532"/>
                <a:gd name="T55" fmla="*/ 1432 h 2516"/>
                <a:gd name="T56" fmla="*/ 302 w 532"/>
                <a:gd name="T57" fmla="*/ 1739 h 2516"/>
                <a:gd name="T58" fmla="*/ 230 w 532"/>
                <a:gd name="T59" fmla="*/ 1739 h 2516"/>
                <a:gd name="T60" fmla="*/ 230 w 532"/>
                <a:gd name="T61" fmla="*/ 1432 h 2516"/>
                <a:gd name="T62" fmla="*/ 230 w 532"/>
                <a:gd name="T63" fmla="*/ 1031 h 2516"/>
                <a:gd name="T64" fmla="*/ 302 w 532"/>
                <a:gd name="T65" fmla="*/ 1031 h 2516"/>
                <a:gd name="T66" fmla="*/ 302 w 532"/>
                <a:gd name="T67" fmla="*/ 1338 h 2516"/>
                <a:gd name="T68" fmla="*/ 230 w 532"/>
                <a:gd name="T69" fmla="*/ 1338 h 2516"/>
                <a:gd name="T70" fmla="*/ 230 w 532"/>
                <a:gd name="T71" fmla="*/ 1031 h 2516"/>
                <a:gd name="T72" fmla="*/ 230 w 532"/>
                <a:gd name="T73" fmla="*/ 630 h 2516"/>
                <a:gd name="T74" fmla="*/ 302 w 532"/>
                <a:gd name="T75" fmla="*/ 630 h 2516"/>
                <a:gd name="T76" fmla="*/ 302 w 532"/>
                <a:gd name="T77" fmla="*/ 938 h 2516"/>
                <a:gd name="T78" fmla="*/ 230 w 532"/>
                <a:gd name="T79" fmla="*/ 938 h 2516"/>
                <a:gd name="T80" fmla="*/ 230 w 532"/>
                <a:gd name="T81" fmla="*/ 630 h 2516"/>
                <a:gd name="T82" fmla="*/ 88 w 532"/>
                <a:gd name="T83" fmla="*/ 1832 h 2516"/>
                <a:gd name="T84" fmla="*/ 160 w 532"/>
                <a:gd name="T85" fmla="*/ 1832 h 2516"/>
                <a:gd name="T86" fmla="*/ 160 w 532"/>
                <a:gd name="T87" fmla="*/ 2139 h 2516"/>
                <a:gd name="T88" fmla="*/ 88 w 532"/>
                <a:gd name="T89" fmla="*/ 2139 h 2516"/>
                <a:gd name="T90" fmla="*/ 88 w 532"/>
                <a:gd name="T91" fmla="*/ 1832 h 2516"/>
                <a:gd name="T92" fmla="*/ 88 w 532"/>
                <a:gd name="T93" fmla="*/ 1031 h 2516"/>
                <a:gd name="T94" fmla="*/ 160 w 532"/>
                <a:gd name="T95" fmla="*/ 1031 h 2516"/>
                <a:gd name="T96" fmla="*/ 160 w 532"/>
                <a:gd name="T97" fmla="*/ 1338 h 2516"/>
                <a:gd name="T98" fmla="*/ 88 w 532"/>
                <a:gd name="T99" fmla="*/ 1338 h 2516"/>
                <a:gd name="T100" fmla="*/ 88 w 532"/>
                <a:gd name="T101" fmla="*/ 1031 h 2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2" h="2516">
                  <a:moveTo>
                    <a:pt x="0" y="463"/>
                  </a:moveTo>
                  <a:lnTo>
                    <a:pt x="0" y="2516"/>
                  </a:lnTo>
                  <a:lnTo>
                    <a:pt x="532" y="2516"/>
                  </a:lnTo>
                  <a:lnTo>
                    <a:pt x="532" y="463"/>
                  </a:lnTo>
                  <a:lnTo>
                    <a:pt x="258" y="0"/>
                  </a:lnTo>
                  <a:lnTo>
                    <a:pt x="0" y="463"/>
                  </a:lnTo>
                  <a:close/>
                  <a:moveTo>
                    <a:pt x="371" y="1832"/>
                  </a:moveTo>
                  <a:lnTo>
                    <a:pt x="443" y="1832"/>
                  </a:lnTo>
                  <a:lnTo>
                    <a:pt x="443" y="2139"/>
                  </a:lnTo>
                  <a:lnTo>
                    <a:pt x="371" y="2139"/>
                  </a:lnTo>
                  <a:lnTo>
                    <a:pt x="371" y="1832"/>
                  </a:lnTo>
                  <a:close/>
                  <a:moveTo>
                    <a:pt x="371" y="1432"/>
                  </a:moveTo>
                  <a:lnTo>
                    <a:pt x="443" y="1432"/>
                  </a:lnTo>
                  <a:lnTo>
                    <a:pt x="443" y="1739"/>
                  </a:lnTo>
                  <a:lnTo>
                    <a:pt x="371" y="1739"/>
                  </a:lnTo>
                  <a:lnTo>
                    <a:pt x="371" y="1432"/>
                  </a:lnTo>
                  <a:close/>
                  <a:moveTo>
                    <a:pt x="371" y="630"/>
                  </a:moveTo>
                  <a:lnTo>
                    <a:pt x="443" y="630"/>
                  </a:lnTo>
                  <a:lnTo>
                    <a:pt x="443" y="938"/>
                  </a:lnTo>
                  <a:lnTo>
                    <a:pt x="371" y="938"/>
                  </a:lnTo>
                  <a:lnTo>
                    <a:pt x="371" y="630"/>
                  </a:lnTo>
                  <a:close/>
                  <a:moveTo>
                    <a:pt x="230" y="1832"/>
                  </a:moveTo>
                  <a:lnTo>
                    <a:pt x="302" y="1832"/>
                  </a:lnTo>
                  <a:lnTo>
                    <a:pt x="302" y="2139"/>
                  </a:lnTo>
                  <a:lnTo>
                    <a:pt x="230" y="2139"/>
                  </a:lnTo>
                  <a:lnTo>
                    <a:pt x="230" y="1832"/>
                  </a:lnTo>
                  <a:close/>
                  <a:moveTo>
                    <a:pt x="230" y="1432"/>
                  </a:moveTo>
                  <a:lnTo>
                    <a:pt x="302" y="1432"/>
                  </a:lnTo>
                  <a:lnTo>
                    <a:pt x="302" y="1739"/>
                  </a:lnTo>
                  <a:lnTo>
                    <a:pt x="230" y="1739"/>
                  </a:lnTo>
                  <a:lnTo>
                    <a:pt x="230" y="1432"/>
                  </a:lnTo>
                  <a:close/>
                  <a:moveTo>
                    <a:pt x="230" y="1031"/>
                  </a:moveTo>
                  <a:lnTo>
                    <a:pt x="302" y="1031"/>
                  </a:lnTo>
                  <a:lnTo>
                    <a:pt x="302" y="1338"/>
                  </a:lnTo>
                  <a:lnTo>
                    <a:pt x="230" y="1338"/>
                  </a:lnTo>
                  <a:lnTo>
                    <a:pt x="230" y="1031"/>
                  </a:lnTo>
                  <a:close/>
                  <a:moveTo>
                    <a:pt x="230" y="630"/>
                  </a:moveTo>
                  <a:lnTo>
                    <a:pt x="302" y="630"/>
                  </a:lnTo>
                  <a:lnTo>
                    <a:pt x="302" y="938"/>
                  </a:lnTo>
                  <a:lnTo>
                    <a:pt x="230" y="938"/>
                  </a:lnTo>
                  <a:lnTo>
                    <a:pt x="230" y="630"/>
                  </a:lnTo>
                  <a:close/>
                  <a:moveTo>
                    <a:pt x="88" y="1832"/>
                  </a:moveTo>
                  <a:lnTo>
                    <a:pt x="160" y="1832"/>
                  </a:lnTo>
                  <a:lnTo>
                    <a:pt x="160" y="2139"/>
                  </a:lnTo>
                  <a:lnTo>
                    <a:pt x="88" y="2139"/>
                  </a:lnTo>
                  <a:lnTo>
                    <a:pt x="88" y="1832"/>
                  </a:lnTo>
                  <a:close/>
                  <a:moveTo>
                    <a:pt x="88" y="1031"/>
                  </a:moveTo>
                  <a:lnTo>
                    <a:pt x="160" y="1031"/>
                  </a:lnTo>
                  <a:lnTo>
                    <a:pt x="160" y="1338"/>
                  </a:lnTo>
                  <a:lnTo>
                    <a:pt x="88" y="1338"/>
                  </a:lnTo>
                  <a:lnTo>
                    <a:pt x="88" y="10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42" name="îṡḻïḍê"/>
            <p:cNvSpPr/>
            <p:nvPr/>
          </p:nvSpPr>
          <p:spPr bwMode="auto">
            <a:xfrm>
              <a:off x="2041526" y="3784600"/>
              <a:ext cx="844550" cy="2338388"/>
            </a:xfrm>
            <a:custGeom>
              <a:avLst/>
              <a:gdLst>
                <a:gd name="T0" fmla="*/ 0 w 532"/>
                <a:gd name="T1" fmla="*/ 384 h 1473"/>
                <a:gd name="T2" fmla="*/ 0 w 532"/>
                <a:gd name="T3" fmla="*/ 1473 h 1473"/>
                <a:gd name="T4" fmla="*/ 532 w 532"/>
                <a:gd name="T5" fmla="*/ 1473 h 1473"/>
                <a:gd name="T6" fmla="*/ 532 w 532"/>
                <a:gd name="T7" fmla="*/ 384 h 1473"/>
                <a:gd name="T8" fmla="*/ 465 w 532"/>
                <a:gd name="T9" fmla="*/ 384 h 1473"/>
                <a:gd name="T10" fmla="*/ 465 w 532"/>
                <a:gd name="T11" fmla="*/ 283 h 1473"/>
                <a:gd name="T12" fmla="*/ 388 w 532"/>
                <a:gd name="T13" fmla="*/ 283 h 1473"/>
                <a:gd name="T14" fmla="*/ 388 w 532"/>
                <a:gd name="T15" fmla="*/ 0 h 1473"/>
                <a:gd name="T16" fmla="*/ 143 w 532"/>
                <a:gd name="T17" fmla="*/ 0 h 1473"/>
                <a:gd name="T18" fmla="*/ 143 w 532"/>
                <a:gd name="T19" fmla="*/ 283 h 1473"/>
                <a:gd name="T20" fmla="*/ 67 w 532"/>
                <a:gd name="T21" fmla="*/ 283 h 1473"/>
                <a:gd name="T22" fmla="*/ 67 w 532"/>
                <a:gd name="T23" fmla="*/ 384 h 1473"/>
                <a:gd name="T24" fmla="*/ 0 w 532"/>
                <a:gd name="T25" fmla="*/ 384 h 1473"/>
                <a:gd name="T26" fmla="*/ 362 w 532"/>
                <a:gd name="T27" fmla="*/ 1029 h 1473"/>
                <a:gd name="T28" fmla="*/ 457 w 532"/>
                <a:gd name="T29" fmla="*/ 1029 h 1473"/>
                <a:gd name="T30" fmla="*/ 457 w 532"/>
                <a:gd name="T31" fmla="*/ 1137 h 1473"/>
                <a:gd name="T32" fmla="*/ 362 w 532"/>
                <a:gd name="T33" fmla="*/ 1137 h 1473"/>
                <a:gd name="T34" fmla="*/ 362 w 532"/>
                <a:gd name="T35" fmla="*/ 1029 h 1473"/>
                <a:gd name="T36" fmla="*/ 362 w 532"/>
                <a:gd name="T37" fmla="*/ 681 h 1473"/>
                <a:gd name="T38" fmla="*/ 457 w 532"/>
                <a:gd name="T39" fmla="*/ 681 h 1473"/>
                <a:gd name="T40" fmla="*/ 457 w 532"/>
                <a:gd name="T41" fmla="*/ 792 h 1473"/>
                <a:gd name="T42" fmla="*/ 362 w 532"/>
                <a:gd name="T43" fmla="*/ 792 h 1473"/>
                <a:gd name="T44" fmla="*/ 362 w 532"/>
                <a:gd name="T45" fmla="*/ 681 h 1473"/>
                <a:gd name="T46" fmla="*/ 362 w 532"/>
                <a:gd name="T47" fmla="*/ 509 h 1473"/>
                <a:gd name="T48" fmla="*/ 457 w 532"/>
                <a:gd name="T49" fmla="*/ 509 h 1473"/>
                <a:gd name="T50" fmla="*/ 457 w 532"/>
                <a:gd name="T51" fmla="*/ 619 h 1473"/>
                <a:gd name="T52" fmla="*/ 362 w 532"/>
                <a:gd name="T53" fmla="*/ 619 h 1473"/>
                <a:gd name="T54" fmla="*/ 362 w 532"/>
                <a:gd name="T55" fmla="*/ 509 h 1473"/>
                <a:gd name="T56" fmla="*/ 218 w 532"/>
                <a:gd name="T57" fmla="*/ 854 h 1473"/>
                <a:gd name="T58" fmla="*/ 314 w 532"/>
                <a:gd name="T59" fmla="*/ 854 h 1473"/>
                <a:gd name="T60" fmla="*/ 314 w 532"/>
                <a:gd name="T61" fmla="*/ 964 h 1473"/>
                <a:gd name="T62" fmla="*/ 218 w 532"/>
                <a:gd name="T63" fmla="*/ 964 h 1473"/>
                <a:gd name="T64" fmla="*/ 218 w 532"/>
                <a:gd name="T65" fmla="*/ 854 h 1473"/>
                <a:gd name="T66" fmla="*/ 218 w 532"/>
                <a:gd name="T67" fmla="*/ 681 h 1473"/>
                <a:gd name="T68" fmla="*/ 314 w 532"/>
                <a:gd name="T69" fmla="*/ 681 h 1473"/>
                <a:gd name="T70" fmla="*/ 314 w 532"/>
                <a:gd name="T71" fmla="*/ 792 h 1473"/>
                <a:gd name="T72" fmla="*/ 218 w 532"/>
                <a:gd name="T73" fmla="*/ 792 h 1473"/>
                <a:gd name="T74" fmla="*/ 218 w 532"/>
                <a:gd name="T75" fmla="*/ 681 h 1473"/>
                <a:gd name="T76" fmla="*/ 218 w 532"/>
                <a:gd name="T77" fmla="*/ 509 h 1473"/>
                <a:gd name="T78" fmla="*/ 314 w 532"/>
                <a:gd name="T79" fmla="*/ 509 h 1473"/>
                <a:gd name="T80" fmla="*/ 314 w 532"/>
                <a:gd name="T81" fmla="*/ 619 h 1473"/>
                <a:gd name="T82" fmla="*/ 218 w 532"/>
                <a:gd name="T83" fmla="*/ 619 h 1473"/>
                <a:gd name="T84" fmla="*/ 218 w 532"/>
                <a:gd name="T85" fmla="*/ 509 h 1473"/>
                <a:gd name="T86" fmla="*/ 74 w 532"/>
                <a:gd name="T87" fmla="*/ 1029 h 1473"/>
                <a:gd name="T88" fmla="*/ 170 w 532"/>
                <a:gd name="T89" fmla="*/ 1029 h 1473"/>
                <a:gd name="T90" fmla="*/ 170 w 532"/>
                <a:gd name="T91" fmla="*/ 1137 h 1473"/>
                <a:gd name="T92" fmla="*/ 74 w 532"/>
                <a:gd name="T93" fmla="*/ 1137 h 1473"/>
                <a:gd name="T94" fmla="*/ 74 w 532"/>
                <a:gd name="T95" fmla="*/ 1029 h 1473"/>
                <a:gd name="T96" fmla="*/ 74 w 532"/>
                <a:gd name="T97" fmla="*/ 854 h 1473"/>
                <a:gd name="T98" fmla="*/ 170 w 532"/>
                <a:gd name="T99" fmla="*/ 854 h 1473"/>
                <a:gd name="T100" fmla="*/ 170 w 532"/>
                <a:gd name="T101" fmla="*/ 964 h 1473"/>
                <a:gd name="T102" fmla="*/ 74 w 532"/>
                <a:gd name="T103" fmla="*/ 964 h 1473"/>
                <a:gd name="T104" fmla="*/ 74 w 532"/>
                <a:gd name="T105" fmla="*/ 854 h 1473"/>
                <a:gd name="T106" fmla="*/ 74 w 532"/>
                <a:gd name="T107" fmla="*/ 681 h 1473"/>
                <a:gd name="T108" fmla="*/ 170 w 532"/>
                <a:gd name="T109" fmla="*/ 681 h 1473"/>
                <a:gd name="T110" fmla="*/ 170 w 532"/>
                <a:gd name="T111" fmla="*/ 792 h 1473"/>
                <a:gd name="T112" fmla="*/ 74 w 532"/>
                <a:gd name="T113" fmla="*/ 792 h 1473"/>
                <a:gd name="T114" fmla="*/ 74 w 532"/>
                <a:gd name="T115" fmla="*/ 681 h 1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2" h="1473">
                  <a:moveTo>
                    <a:pt x="0" y="384"/>
                  </a:moveTo>
                  <a:lnTo>
                    <a:pt x="0" y="1473"/>
                  </a:lnTo>
                  <a:lnTo>
                    <a:pt x="532" y="1473"/>
                  </a:lnTo>
                  <a:lnTo>
                    <a:pt x="532" y="384"/>
                  </a:lnTo>
                  <a:lnTo>
                    <a:pt x="465" y="384"/>
                  </a:lnTo>
                  <a:lnTo>
                    <a:pt x="465" y="283"/>
                  </a:lnTo>
                  <a:lnTo>
                    <a:pt x="388" y="283"/>
                  </a:lnTo>
                  <a:lnTo>
                    <a:pt x="388" y="0"/>
                  </a:lnTo>
                  <a:lnTo>
                    <a:pt x="143" y="0"/>
                  </a:lnTo>
                  <a:lnTo>
                    <a:pt x="143" y="283"/>
                  </a:lnTo>
                  <a:lnTo>
                    <a:pt x="67" y="283"/>
                  </a:lnTo>
                  <a:lnTo>
                    <a:pt x="67" y="384"/>
                  </a:lnTo>
                  <a:lnTo>
                    <a:pt x="0" y="384"/>
                  </a:lnTo>
                  <a:close/>
                  <a:moveTo>
                    <a:pt x="362" y="1029"/>
                  </a:moveTo>
                  <a:lnTo>
                    <a:pt x="457" y="1029"/>
                  </a:lnTo>
                  <a:lnTo>
                    <a:pt x="457" y="1137"/>
                  </a:lnTo>
                  <a:lnTo>
                    <a:pt x="362" y="1137"/>
                  </a:lnTo>
                  <a:lnTo>
                    <a:pt x="362" y="1029"/>
                  </a:lnTo>
                  <a:close/>
                  <a:moveTo>
                    <a:pt x="362" y="681"/>
                  </a:moveTo>
                  <a:lnTo>
                    <a:pt x="457" y="681"/>
                  </a:lnTo>
                  <a:lnTo>
                    <a:pt x="457" y="792"/>
                  </a:lnTo>
                  <a:lnTo>
                    <a:pt x="362" y="792"/>
                  </a:lnTo>
                  <a:lnTo>
                    <a:pt x="362" y="681"/>
                  </a:lnTo>
                  <a:close/>
                  <a:moveTo>
                    <a:pt x="362" y="509"/>
                  </a:moveTo>
                  <a:lnTo>
                    <a:pt x="457" y="509"/>
                  </a:lnTo>
                  <a:lnTo>
                    <a:pt x="457" y="619"/>
                  </a:lnTo>
                  <a:lnTo>
                    <a:pt x="362" y="619"/>
                  </a:lnTo>
                  <a:lnTo>
                    <a:pt x="362" y="509"/>
                  </a:lnTo>
                  <a:close/>
                  <a:moveTo>
                    <a:pt x="218" y="854"/>
                  </a:moveTo>
                  <a:lnTo>
                    <a:pt x="314" y="854"/>
                  </a:lnTo>
                  <a:lnTo>
                    <a:pt x="314" y="964"/>
                  </a:lnTo>
                  <a:lnTo>
                    <a:pt x="218" y="964"/>
                  </a:lnTo>
                  <a:lnTo>
                    <a:pt x="218" y="854"/>
                  </a:lnTo>
                  <a:close/>
                  <a:moveTo>
                    <a:pt x="218" y="681"/>
                  </a:moveTo>
                  <a:lnTo>
                    <a:pt x="314" y="681"/>
                  </a:lnTo>
                  <a:lnTo>
                    <a:pt x="314" y="792"/>
                  </a:lnTo>
                  <a:lnTo>
                    <a:pt x="218" y="792"/>
                  </a:lnTo>
                  <a:lnTo>
                    <a:pt x="218" y="681"/>
                  </a:lnTo>
                  <a:close/>
                  <a:moveTo>
                    <a:pt x="218" y="509"/>
                  </a:moveTo>
                  <a:lnTo>
                    <a:pt x="314" y="509"/>
                  </a:lnTo>
                  <a:lnTo>
                    <a:pt x="314" y="619"/>
                  </a:lnTo>
                  <a:lnTo>
                    <a:pt x="218" y="619"/>
                  </a:lnTo>
                  <a:lnTo>
                    <a:pt x="218" y="509"/>
                  </a:lnTo>
                  <a:close/>
                  <a:moveTo>
                    <a:pt x="74" y="1029"/>
                  </a:moveTo>
                  <a:lnTo>
                    <a:pt x="170" y="1029"/>
                  </a:lnTo>
                  <a:lnTo>
                    <a:pt x="170" y="1137"/>
                  </a:lnTo>
                  <a:lnTo>
                    <a:pt x="74" y="1137"/>
                  </a:lnTo>
                  <a:lnTo>
                    <a:pt x="74" y="1029"/>
                  </a:lnTo>
                  <a:close/>
                  <a:moveTo>
                    <a:pt x="74" y="854"/>
                  </a:moveTo>
                  <a:lnTo>
                    <a:pt x="170" y="854"/>
                  </a:lnTo>
                  <a:lnTo>
                    <a:pt x="170" y="964"/>
                  </a:lnTo>
                  <a:lnTo>
                    <a:pt x="74" y="964"/>
                  </a:lnTo>
                  <a:lnTo>
                    <a:pt x="74" y="854"/>
                  </a:lnTo>
                  <a:close/>
                  <a:moveTo>
                    <a:pt x="74" y="681"/>
                  </a:moveTo>
                  <a:lnTo>
                    <a:pt x="170" y="681"/>
                  </a:lnTo>
                  <a:lnTo>
                    <a:pt x="170" y="792"/>
                  </a:lnTo>
                  <a:lnTo>
                    <a:pt x="74" y="792"/>
                  </a:lnTo>
                  <a:lnTo>
                    <a:pt x="74" y="6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43" name="iṧlïḋe"/>
            <p:cNvSpPr/>
            <p:nvPr/>
          </p:nvSpPr>
          <p:spPr bwMode="auto">
            <a:xfrm>
              <a:off x="4940301" y="3128963"/>
              <a:ext cx="846138" cy="2994025"/>
            </a:xfrm>
            <a:custGeom>
              <a:avLst/>
              <a:gdLst>
                <a:gd name="T0" fmla="*/ 0 w 533"/>
                <a:gd name="T1" fmla="*/ 1886 h 1886"/>
                <a:gd name="T2" fmla="*/ 533 w 533"/>
                <a:gd name="T3" fmla="*/ 92 h 1886"/>
                <a:gd name="T4" fmla="*/ 487 w 533"/>
                <a:gd name="T5" fmla="*/ 0 h 1886"/>
                <a:gd name="T6" fmla="*/ 202 w 533"/>
                <a:gd name="T7" fmla="*/ 92 h 1886"/>
                <a:gd name="T8" fmla="*/ 310 w 533"/>
                <a:gd name="T9" fmla="*/ 1466 h 1886"/>
                <a:gd name="T10" fmla="*/ 456 w 533"/>
                <a:gd name="T11" fmla="*/ 1517 h 1886"/>
                <a:gd name="T12" fmla="*/ 310 w 533"/>
                <a:gd name="T13" fmla="*/ 1466 h 1886"/>
                <a:gd name="T14" fmla="*/ 456 w 533"/>
                <a:gd name="T15" fmla="*/ 1346 h 1886"/>
                <a:gd name="T16" fmla="*/ 310 w 533"/>
                <a:gd name="T17" fmla="*/ 1397 h 1886"/>
                <a:gd name="T18" fmla="*/ 310 w 533"/>
                <a:gd name="T19" fmla="*/ 1226 h 1886"/>
                <a:gd name="T20" fmla="*/ 456 w 533"/>
                <a:gd name="T21" fmla="*/ 1277 h 1886"/>
                <a:gd name="T22" fmla="*/ 310 w 533"/>
                <a:gd name="T23" fmla="*/ 1226 h 1886"/>
                <a:gd name="T24" fmla="*/ 456 w 533"/>
                <a:gd name="T25" fmla="*/ 1106 h 1886"/>
                <a:gd name="T26" fmla="*/ 310 w 533"/>
                <a:gd name="T27" fmla="*/ 1157 h 1886"/>
                <a:gd name="T28" fmla="*/ 310 w 533"/>
                <a:gd name="T29" fmla="*/ 866 h 1886"/>
                <a:gd name="T30" fmla="*/ 456 w 533"/>
                <a:gd name="T31" fmla="*/ 917 h 1886"/>
                <a:gd name="T32" fmla="*/ 310 w 533"/>
                <a:gd name="T33" fmla="*/ 866 h 1886"/>
                <a:gd name="T34" fmla="*/ 456 w 533"/>
                <a:gd name="T35" fmla="*/ 747 h 1886"/>
                <a:gd name="T36" fmla="*/ 310 w 533"/>
                <a:gd name="T37" fmla="*/ 797 h 1886"/>
                <a:gd name="T38" fmla="*/ 310 w 533"/>
                <a:gd name="T39" fmla="*/ 627 h 1886"/>
                <a:gd name="T40" fmla="*/ 456 w 533"/>
                <a:gd name="T41" fmla="*/ 677 h 1886"/>
                <a:gd name="T42" fmla="*/ 310 w 533"/>
                <a:gd name="T43" fmla="*/ 627 h 1886"/>
                <a:gd name="T44" fmla="*/ 456 w 533"/>
                <a:gd name="T45" fmla="*/ 507 h 1886"/>
                <a:gd name="T46" fmla="*/ 310 w 533"/>
                <a:gd name="T47" fmla="*/ 557 h 1886"/>
                <a:gd name="T48" fmla="*/ 310 w 533"/>
                <a:gd name="T49" fmla="*/ 267 h 1886"/>
                <a:gd name="T50" fmla="*/ 456 w 533"/>
                <a:gd name="T51" fmla="*/ 317 h 1886"/>
                <a:gd name="T52" fmla="*/ 310 w 533"/>
                <a:gd name="T53" fmla="*/ 267 h 1886"/>
                <a:gd name="T54" fmla="*/ 223 w 533"/>
                <a:gd name="T55" fmla="*/ 1586 h 1886"/>
                <a:gd name="T56" fmla="*/ 77 w 533"/>
                <a:gd name="T57" fmla="*/ 1637 h 1886"/>
                <a:gd name="T58" fmla="*/ 77 w 533"/>
                <a:gd name="T59" fmla="*/ 1466 h 1886"/>
                <a:gd name="T60" fmla="*/ 223 w 533"/>
                <a:gd name="T61" fmla="*/ 1517 h 1886"/>
                <a:gd name="T62" fmla="*/ 77 w 533"/>
                <a:gd name="T63" fmla="*/ 1466 h 1886"/>
                <a:gd name="T64" fmla="*/ 223 w 533"/>
                <a:gd name="T65" fmla="*/ 1226 h 1886"/>
                <a:gd name="T66" fmla="*/ 77 w 533"/>
                <a:gd name="T67" fmla="*/ 1277 h 1886"/>
                <a:gd name="T68" fmla="*/ 77 w 533"/>
                <a:gd name="T69" fmla="*/ 986 h 1886"/>
                <a:gd name="T70" fmla="*/ 223 w 533"/>
                <a:gd name="T71" fmla="*/ 1037 h 1886"/>
                <a:gd name="T72" fmla="*/ 77 w 533"/>
                <a:gd name="T73" fmla="*/ 986 h 1886"/>
                <a:gd name="T74" fmla="*/ 223 w 533"/>
                <a:gd name="T75" fmla="*/ 866 h 1886"/>
                <a:gd name="T76" fmla="*/ 77 w 533"/>
                <a:gd name="T77" fmla="*/ 917 h 1886"/>
                <a:gd name="T78" fmla="*/ 77 w 533"/>
                <a:gd name="T79" fmla="*/ 627 h 1886"/>
                <a:gd name="T80" fmla="*/ 223 w 533"/>
                <a:gd name="T81" fmla="*/ 677 h 1886"/>
                <a:gd name="T82" fmla="*/ 77 w 533"/>
                <a:gd name="T83" fmla="*/ 627 h 1886"/>
                <a:gd name="T84" fmla="*/ 223 w 533"/>
                <a:gd name="T85" fmla="*/ 387 h 1886"/>
                <a:gd name="T86" fmla="*/ 77 w 533"/>
                <a:gd name="T87" fmla="*/ 437 h 1886"/>
                <a:gd name="T88" fmla="*/ 77 w 533"/>
                <a:gd name="T89" fmla="*/ 267 h 1886"/>
                <a:gd name="T90" fmla="*/ 223 w 533"/>
                <a:gd name="T91" fmla="*/ 317 h 1886"/>
                <a:gd name="T92" fmla="*/ 77 w 533"/>
                <a:gd name="T93" fmla="*/ 267 h 1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3" h="1886">
                  <a:moveTo>
                    <a:pt x="0" y="92"/>
                  </a:moveTo>
                  <a:lnTo>
                    <a:pt x="0" y="1886"/>
                  </a:lnTo>
                  <a:lnTo>
                    <a:pt x="533" y="1886"/>
                  </a:lnTo>
                  <a:lnTo>
                    <a:pt x="533" y="92"/>
                  </a:lnTo>
                  <a:lnTo>
                    <a:pt x="487" y="92"/>
                  </a:lnTo>
                  <a:lnTo>
                    <a:pt x="487" y="0"/>
                  </a:lnTo>
                  <a:lnTo>
                    <a:pt x="202" y="0"/>
                  </a:lnTo>
                  <a:lnTo>
                    <a:pt x="202" y="92"/>
                  </a:lnTo>
                  <a:lnTo>
                    <a:pt x="0" y="92"/>
                  </a:lnTo>
                  <a:close/>
                  <a:moveTo>
                    <a:pt x="310" y="1466"/>
                  </a:moveTo>
                  <a:lnTo>
                    <a:pt x="456" y="1466"/>
                  </a:lnTo>
                  <a:lnTo>
                    <a:pt x="456" y="1517"/>
                  </a:lnTo>
                  <a:lnTo>
                    <a:pt x="310" y="1517"/>
                  </a:lnTo>
                  <a:lnTo>
                    <a:pt x="310" y="1466"/>
                  </a:lnTo>
                  <a:close/>
                  <a:moveTo>
                    <a:pt x="310" y="1346"/>
                  </a:moveTo>
                  <a:lnTo>
                    <a:pt x="456" y="1346"/>
                  </a:lnTo>
                  <a:lnTo>
                    <a:pt x="456" y="1397"/>
                  </a:lnTo>
                  <a:lnTo>
                    <a:pt x="310" y="1397"/>
                  </a:lnTo>
                  <a:lnTo>
                    <a:pt x="310" y="1346"/>
                  </a:lnTo>
                  <a:close/>
                  <a:moveTo>
                    <a:pt x="310" y="1226"/>
                  </a:moveTo>
                  <a:lnTo>
                    <a:pt x="456" y="1226"/>
                  </a:lnTo>
                  <a:lnTo>
                    <a:pt x="456" y="1277"/>
                  </a:lnTo>
                  <a:lnTo>
                    <a:pt x="310" y="1277"/>
                  </a:lnTo>
                  <a:lnTo>
                    <a:pt x="310" y="1226"/>
                  </a:lnTo>
                  <a:close/>
                  <a:moveTo>
                    <a:pt x="310" y="1106"/>
                  </a:moveTo>
                  <a:lnTo>
                    <a:pt x="456" y="1106"/>
                  </a:lnTo>
                  <a:lnTo>
                    <a:pt x="456" y="1157"/>
                  </a:lnTo>
                  <a:lnTo>
                    <a:pt x="310" y="1157"/>
                  </a:lnTo>
                  <a:lnTo>
                    <a:pt x="310" y="1106"/>
                  </a:lnTo>
                  <a:close/>
                  <a:moveTo>
                    <a:pt x="310" y="866"/>
                  </a:moveTo>
                  <a:lnTo>
                    <a:pt x="456" y="866"/>
                  </a:lnTo>
                  <a:lnTo>
                    <a:pt x="456" y="917"/>
                  </a:lnTo>
                  <a:lnTo>
                    <a:pt x="310" y="917"/>
                  </a:lnTo>
                  <a:lnTo>
                    <a:pt x="310" y="866"/>
                  </a:lnTo>
                  <a:close/>
                  <a:moveTo>
                    <a:pt x="310" y="747"/>
                  </a:moveTo>
                  <a:lnTo>
                    <a:pt x="456" y="747"/>
                  </a:lnTo>
                  <a:lnTo>
                    <a:pt x="456" y="797"/>
                  </a:lnTo>
                  <a:lnTo>
                    <a:pt x="310" y="797"/>
                  </a:lnTo>
                  <a:lnTo>
                    <a:pt x="310" y="747"/>
                  </a:lnTo>
                  <a:close/>
                  <a:moveTo>
                    <a:pt x="310" y="627"/>
                  </a:moveTo>
                  <a:lnTo>
                    <a:pt x="456" y="627"/>
                  </a:lnTo>
                  <a:lnTo>
                    <a:pt x="456" y="677"/>
                  </a:lnTo>
                  <a:lnTo>
                    <a:pt x="310" y="677"/>
                  </a:lnTo>
                  <a:lnTo>
                    <a:pt x="310" y="627"/>
                  </a:lnTo>
                  <a:close/>
                  <a:moveTo>
                    <a:pt x="310" y="507"/>
                  </a:moveTo>
                  <a:lnTo>
                    <a:pt x="456" y="507"/>
                  </a:lnTo>
                  <a:lnTo>
                    <a:pt x="456" y="557"/>
                  </a:lnTo>
                  <a:lnTo>
                    <a:pt x="310" y="557"/>
                  </a:lnTo>
                  <a:lnTo>
                    <a:pt x="310" y="507"/>
                  </a:lnTo>
                  <a:close/>
                  <a:moveTo>
                    <a:pt x="310" y="267"/>
                  </a:moveTo>
                  <a:lnTo>
                    <a:pt x="456" y="267"/>
                  </a:lnTo>
                  <a:lnTo>
                    <a:pt x="456" y="317"/>
                  </a:lnTo>
                  <a:lnTo>
                    <a:pt x="310" y="317"/>
                  </a:lnTo>
                  <a:lnTo>
                    <a:pt x="310" y="267"/>
                  </a:lnTo>
                  <a:close/>
                  <a:moveTo>
                    <a:pt x="77" y="1586"/>
                  </a:moveTo>
                  <a:lnTo>
                    <a:pt x="223" y="1586"/>
                  </a:lnTo>
                  <a:lnTo>
                    <a:pt x="223" y="1637"/>
                  </a:lnTo>
                  <a:lnTo>
                    <a:pt x="77" y="1637"/>
                  </a:lnTo>
                  <a:lnTo>
                    <a:pt x="77" y="1586"/>
                  </a:lnTo>
                  <a:close/>
                  <a:moveTo>
                    <a:pt x="77" y="1466"/>
                  </a:moveTo>
                  <a:lnTo>
                    <a:pt x="223" y="1466"/>
                  </a:lnTo>
                  <a:lnTo>
                    <a:pt x="223" y="1517"/>
                  </a:lnTo>
                  <a:lnTo>
                    <a:pt x="77" y="1517"/>
                  </a:lnTo>
                  <a:lnTo>
                    <a:pt x="77" y="1466"/>
                  </a:lnTo>
                  <a:close/>
                  <a:moveTo>
                    <a:pt x="77" y="1226"/>
                  </a:moveTo>
                  <a:lnTo>
                    <a:pt x="223" y="1226"/>
                  </a:lnTo>
                  <a:lnTo>
                    <a:pt x="223" y="1277"/>
                  </a:lnTo>
                  <a:lnTo>
                    <a:pt x="77" y="1277"/>
                  </a:lnTo>
                  <a:lnTo>
                    <a:pt x="77" y="1226"/>
                  </a:lnTo>
                  <a:close/>
                  <a:moveTo>
                    <a:pt x="77" y="986"/>
                  </a:moveTo>
                  <a:lnTo>
                    <a:pt x="223" y="986"/>
                  </a:lnTo>
                  <a:lnTo>
                    <a:pt x="223" y="1037"/>
                  </a:lnTo>
                  <a:lnTo>
                    <a:pt x="77" y="1037"/>
                  </a:lnTo>
                  <a:lnTo>
                    <a:pt x="77" y="986"/>
                  </a:lnTo>
                  <a:close/>
                  <a:moveTo>
                    <a:pt x="77" y="866"/>
                  </a:moveTo>
                  <a:lnTo>
                    <a:pt x="223" y="866"/>
                  </a:lnTo>
                  <a:lnTo>
                    <a:pt x="223" y="917"/>
                  </a:lnTo>
                  <a:lnTo>
                    <a:pt x="77" y="917"/>
                  </a:lnTo>
                  <a:lnTo>
                    <a:pt x="77" y="866"/>
                  </a:lnTo>
                  <a:close/>
                  <a:moveTo>
                    <a:pt x="77" y="627"/>
                  </a:moveTo>
                  <a:lnTo>
                    <a:pt x="223" y="627"/>
                  </a:lnTo>
                  <a:lnTo>
                    <a:pt x="223" y="677"/>
                  </a:lnTo>
                  <a:lnTo>
                    <a:pt x="77" y="677"/>
                  </a:lnTo>
                  <a:lnTo>
                    <a:pt x="77" y="627"/>
                  </a:lnTo>
                  <a:close/>
                  <a:moveTo>
                    <a:pt x="77" y="387"/>
                  </a:moveTo>
                  <a:lnTo>
                    <a:pt x="223" y="387"/>
                  </a:lnTo>
                  <a:lnTo>
                    <a:pt x="223" y="437"/>
                  </a:lnTo>
                  <a:lnTo>
                    <a:pt x="77" y="437"/>
                  </a:lnTo>
                  <a:lnTo>
                    <a:pt x="77" y="387"/>
                  </a:lnTo>
                  <a:close/>
                  <a:moveTo>
                    <a:pt x="77" y="267"/>
                  </a:moveTo>
                  <a:lnTo>
                    <a:pt x="223" y="267"/>
                  </a:lnTo>
                  <a:lnTo>
                    <a:pt x="223" y="317"/>
                  </a:lnTo>
                  <a:lnTo>
                    <a:pt x="77" y="317"/>
                  </a:lnTo>
                  <a:lnTo>
                    <a:pt x="7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44" name="íS1ïďe"/>
            <p:cNvSpPr/>
            <p:nvPr/>
          </p:nvSpPr>
          <p:spPr bwMode="auto">
            <a:xfrm>
              <a:off x="3973513" y="3460750"/>
              <a:ext cx="846138" cy="2662238"/>
            </a:xfrm>
            <a:custGeom>
              <a:avLst/>
              <a:gdLst>
                <a:gd name="T0" fmla="*/ 0 w 533"/>
                <a:gd name="T1" fmla="*/ 1677 h 1677"/>
                <a:gd name="T2" fmla="*/ 533 w 533"/>
                <a:gd name="T3" fmla="*/ 204 h 1677"/>
                <a:gd name="T4" fmla="*/ 437 w 533"/>
                <a:gd name="T5" fmla="*/ 0 h 1677"/>
                <a:gd name="T6" fmla="*/ 329 w 533"/>
                <a:gd name="T7" fmla="*/ 204 h 1677"/>
                <a:gd name="T8" fmla="*/ 401 w 533"/>
                <a:gd name="T9" fmla="*/ 1252 h 1677"/>
                <a:gd name="T10" fmla="*/ 473 w 533"/>
                <a:gd name="T11" fmla="*/ 1324 h 1677"/>
                <a:gd name="T12" fmla="*/ 401 w 533"/>
                <a:gd name="T13" fmla="*/ 1252 h 1677"/>
                <a:gd name="T14" fmla="*/ 473 w 533"/>
                <a:gd name="T15" fmla="*/ 1104 h 1677"/>
                <a:gd name="T16" fmla="*/ 401 w 533"/>
                <a:gd name="T17" fmla="*/ 1176 h 1677"/>
                <a:gd name="T18" fmla="*/ 401 w 533"/>
                <a:gd name="T19" fmla="*/ 957 h 1677"/>
                <a:gd name="T20" fmla="*/ 473 w 533"/>
                <a:gd name="T21" fmla="*/ 1029 h 1677"/>
                <a:gd name="T22" fmla="*/ 401 w 533"/>
                <a:gd name="T23" fmla="*/ 957 h 1677"/>
                <a:gd name="T24" fmla="*/ 473 w 533"/>
                <a:gd name="T25" fmla="*/ 811 h 1677"/>
                <a:gd name="T26" fmla="*/ 401 w 533"/>
                <a:gd name="T27" fmla="*/ 883 h 1677"/>
                <a:gd name="T28" fmla="*/ 401 w 533"/>
                <a:gd name="T29" fmla="*/ 662 h 1677"/>
                <a:gd name="T30" fmla="*/ 473 w 533"/>
                <a:gd name="T31" fmla="*/ 734 h 1677"/>
                <a:gd name="T32" fmla="*/ 401 w 533"/>
                <a:gd name="T33" fmla="*/ 662 h 1677"/>
                <a:gd name="T34" fmla="*/ 473 w 533"/>
                <a:gd name="T35" fmla="*/ 516 h 1677"/>
                <a:gd name="T36" fmla="*/ 401 w 533"/>
                <a:gd name="T37" fmla="*/ 588 h 1677"/>
                <a:gd name="T38" fmla="*/ 288 w 533"/>
                <a:gd name="T39" fmla="*/ 1104 h 1677"/>
                <a:gd name="T40" fmla="*/ 360 w 533"/>
                <a:gd name="T41" fmla="*/ 1176 h 1677"/>
                <a:gd name="T42" fmla="*/ 288 w 533"/>
                <a:gd name="T43" fmla="*/ 1104 h 1677"/>
                <a:gd name="T44" fmla="*/ 360 w 533"/>
                <a:gd name="T45" fmla="*/ 957 h 1677"/>
                <a:gd name="T46" fmla="*/ 288 w 533"/>
                <a:gd name="T47" fmla="*/ 1029 h 1677"/>
                <a:gd name="T48" fmla="*/ 288 w 533"/>
                <a:gd name="T49" fmla="*/ 662 h 1677"/>
                <a:gd name="T50" fmla="*/ 360 w 533"/>
                <a:gd name="T51" fmla="*/ 734 h 1677"/>
                <a:gd name="T52" fmla="*/ 288 w 533"/>
                <a:gd name="T53" fmla="*/ 662 h 1677"/>
                <a:gd name="T54" fmla="*/ 360 w 533"/>
                <a:gd name="T55" fmla="*/ 516 h 1677"/>
                <a:gd name="T56" fmla="*/ 288 w 533"/>
                <a:gd name="T57" fmla="*/ 588 h 1677"/>
                <a:gd name="T58" fmla="*/ 288 w 533"/>
                <a:gd name="T59" fmla="*/ 370 h 1677"/>
                <a:gd name="T60" fmla="*/ 360 w 533"/>
                <a:gd name="T61" fmla="*/ 442 h 1677"/>
                <a:gd name="T62" fmla="*/ 288 w 533"/>
                <a:gd name="T63" fmla="*/ 370 h 1677"/>
                <a:gd name="T64" fmla="*/ 245 w 533"/>
                <a:gd name="T65" fmla="*/ 1252 h 1677"/>
                <a:gd name="T66" fmla="*/ 173 w 533"/>
                <a:gd name="T67" fmla="*/ 1324 h 1677"/>
                <a:gd name="T68" fmla="*/ 173 w 533"/>
                <a:gd name="T69" fmla="*/ 1104 h 1677"/>
                <a:gd name="T70" fmla="*/ 245 w 533"/>
                <a:gd name="T71" fmla="*/ 1176 h 1677"/>
                <a:gd name="T72" fmla="*/ 173 w 533"/>
                <a:gd name="T73" fmla="*/ 1104 h 1677"/>
                <a:gd name="T74" fmla="*/ 245 w 533"/>
                <a:gd name="T75" fmla="*/ 811 h 1677"/>
                <a:gd name="T76" fmla="*/ 173 w 533"/>
                <a:gd name="T77" fmla="*/ 883 h 1677"/>
                <a:gd name="T78" fmla="*/ 173 w 533"/>
                <a:gd name="T79" fmla="*/ 662 h 1677"/>
                <a:gd name="T80" fmla="*/ 245 w 533"/>
                <a:gd name="T81" fmla="*/ 734 h 1677"/>
                <a:gd name="T82" fmla="*/ 173 w 533"/>
                <a:gd name="T83" fmla="*/ 662 h 1677"/>
                <a:gd name="T84" fmla="*/ 245 w 533"/>
                <a:gd name="T85" fmla="*/ 516 h 1677"/>
                <a:gd name="T86" fmla="*/ 173 w 533"/>
                <a:gd name="T87" fmla="*/ 588 h 1677"/>
                <a:gd name="T88" fmla="*/ 173 w 533"/>
                <a:gd name="T89" fmla="*/ 370 h 1677"/>
                <a:gd name="T90" fmla="*/ 245 w 533"/>
                <a:gd name="T91" fmla="*/ 442 h 1677"/>
                <a:gd name="T92" fmla="*/ 173 w 533"/>
                <a:gd name="T93" fmla="*/ 370 h 1677"/>
                <a:gd name="T94" fmla="*/ 132 w 533"/>
                <a:gd name="T95" fmla="*/ 1252 h 1677"/>
                <a:gd name="T96" fmla="*/ 60 w 533"/>
                <a:gd name="T97" fmla="*/ 1324 h 1677"/>
                <a:gd name="T98" fmla="*/ 60 w 533"/>
                <a:gd name="T99" fmla="*/ 1104 h 1677"/>
                <a:gd name="T100" fmla="*/ 132 w 533"/>
                <a:gd name="T101" fmla="*/ 1176 h 1677"/>
                <a:gd name="T102" fmla="*/ 60 w 533"/>
                <a:gd name="T103" fmla="*/ 1104 h 1677"/>
                <a:gd name="T104" fmla="*/ 132 w 533"/>
                <a:gd name="T105" fmla="*/ 957 h 1677"/>
                <a:gd name="T106" fmla="*/ 60 w 533"/>
                <a:gd name="T107" fmla="*/ 1029 h 1677"/>
                <a:gd name="T108" fmla="*/ 60 w 533"/>
                <a:gd name="T109" fmla="*/ 811 h 1677"/>
                <a:gd name="T110" fmla="*/ 132 w 533"/>
                <a:gd name="T111" fmla="*/ 883 h 1677"/>
                <a:gd name="T112" fmla="*/ 60 w 533"/>
                <a:gd name="T113" fmla="*/ 811 h 1677"/>
                <a:gd name="T114" fmla="*/ 132 w 533"/>
                <a:gd name="T115" fmla="*/ 516 h 1677"/>
                <a:gd name="T116" fmla="*/ 60 w 533"/>
                <a:gd name="T117" fmla="*/ 588 h 1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3" h="1677">
                  <a:moveTo>
                    <a:pt x="0" y="204"/>
                  </a:moveTo>
                  <a:lnTo>
                    <a:pt x="0" y="1677"/>
                  </a:lnTo>
                  <a:lnTo>
                    <a:pt x="533" y="1677"/>
                  </a:lnTo>
                  <a:lnTo>
                    <a:pt x="533" y="204"/>
                  </a:lnTo>
                  <a:lnTo>
                    <a:pt x="437" y="204"/>
                  </a:lnTo>
                  <a:lnTo>
                    <a:pt x="437" y="0"/>
                  </a:lnTo>
                  <a:lnTo>
                    <a:pt x="329" y="0"/>
                  </a:lnTo>
                  <a:lnTo>
                    <a:pt x="329" y="204"/>
                  </a:lnTo>
                  <a:lnTo>
                    <a:pt x="0" y="204"/>
                  </a:lnTo>
                  <a:close/>
                  <a:moveTo>
                    <a:pt x="401" y="1252"/>
                  </a:moveTo>
                  <a:lnTo>
                    <a:pt x="473" y="1252"/>
                  </a:lnTo>
                  <a:lnTo>
                    <a:pt x="473" y="1324"/>
                  </a:lnTo>
                  <a:lnTo>
                    <a:pt x="401" y="1324"/>
                  </a:lnTo>
                  <a:lnTo>
                    <a:pt x="401" y="1252"/>
                  </a:lnTo>
                  <a:close/>
                  <a:moveTo>
                    <a:pt x="401" y="1104"/>
                  </a:moveTo>
                  <a:lnTo>
                    <a:pt x="473" y="1104"/>
                  </a:lnTo>
                  <a:lnTo>
                    <a:pt x="473" y="1176"/>
                  </a:lnTo>
                  <a:lnTo>
                    <a:pt x="401" y="1176"/>
                  </a:lnTo>
                  <a:lnTo>
                    <a:pt x="401" y="1104"/>
                  </a:lnTo>
                  <a:close/>
                  <a:moveTo>
                    <a:pt x="401" y="957"/>
                  </a:moveTo>
                  <a:lnTo>
                    <a:pt x="473" y="957"/>
                  </a:lnTo>
                  <a:lnTo>
                    <a:pt x="473" y="1029"/>
                  </a:lnTo>
                  <a:lnTo>
                    <a:pt x="401" y="1029"/>
                  </a:lnTo>
                  <a:lnTo>
                    <a:pt x="401" y="957"/>
                  </a:lnTo>
                  <a:close/>
                  <a:moveTo>
                    <a:pt x="401" y="811"/>
                  </a:moveTo>
                  <a:lnTo>
                    <a:pt x="473" y="811"/>
                  </a:lnTo>
                  <a:lnTo>
                    <a:pt x="473" y="883"/>
                  </a:lnTo>
                  <a:lnTo>
                    <a:pt x="401" y="883"/>
                  </a:lnTo>
                  <a:lnTo>
                    <a:pt x="401" y="811"/>
                  </a:lnTo>
                  <a:close/>
                  <a:moveTo>
                    <a:pt x="401" y="662"/>
                  </a:moveTo>
                  <a:lnTo>
                    <a:pt x="473" y="662"/>
                  </a:lnTo>
                  <a:lnTo>
                    <a:pt x="473" y="734"/>
                  </a:lnTo>
                  <a:lnTo>
                    <a:pt x="401" y="734"/>
                  </a:lnTo>
                  <a:lnTo>
                    <a:pt x="401" y="662"/>
                  </a:lnTo>
                  <a:close/>
                  <a:moveTo>
                    <a:pt x="401" y="516"/>
                  </a:moveTo>
                  <a:lnTo>
                    <a:pt x="473" y="516"/>
                  </a:lnTo>
                  <a:lnTo>
                    <a:pt x="473" y="588"/>
                  </a:lnTo>
                  <a:lnTo>
                    <a:pt x="401" y="588"/>
                  </a:lnTo>
                  <a:lnTo>
                    <a:pt x="401" y="516"/>
                  </a:lnTo>
                  <a:close/>
                  <a:moveTo>
                    <a:pt x="288" y="1104"/>
                  </a:moveTo>
                  <a:lnTo>
                    <a:pt x="360" y="1104"/>
                  </a:lnTo>
                  <a:lnTo>
                    <a:pt x="360" y="1176"/>
                  </a:lnTo>
                  <a:lnTo>
                    <a:pt x="288" y="1176"/>
                  </a:lnTo>
                  <a:lnTo>
                    <a:pt x="288" y="1104"/>
                  </a:lnTo>
                  <a:close/>
                  <a:moveTo>
                    <a:pt x="288" y="957"/>
                  </a:moveTo>
                  <a:lnTo>
                    <a:pt x="360" y="957"/>
                  </a:lnTo>
                  <a:lnTo>
                    <a:pt x="360" y="1029"/>
                  </a:lnTo>
                  <a:lnTo>
                    <a:pt x="288" y="1029"/>
                  </a:lnTo>
                  <a:lnTo>
                    <a:pt x="288" y="957"/>
                  </a:lnTo>
                  <a:close/>
                  <a:moveTo>
                    <a:pt x="288" y="662"/>
                  </a:moveTo>
                  <a:lnTo>
                    <a:pt x="360" y="662"/>
                  </a:lnTo>
                  <a:lnTo>
                    <a:pt x="360" y="734"/>
                  </a:lnTo>
                  <a:lnTo>
                    <a:pt x="288" y="734"/>
                  </a:lnTo>
                  <a:lnTo>
                    <a:pt x="288" y="662"/>
                  </a:lnTo>
                  <a:close/>
                  <a:moveTo>
                    <a:pt x="288" y="516"/>
                  </a:moveTo>
                  <a:lnTo>
                    <a:pt x="360" y="516"/>
                  </a:lnTo>
                  <a:lnTo>
                    <a:pt x="360" y="588"/>
                  </a:lnTo>
                  <a:lnTo>
                    <a:pt x="288" y="588"/>
                  </a:lnTo>
                  <a:lnTo>
                    <a:pt x="288" y="516"/>
                  </a:lnTo>
                  <a:close/>
                  <a:moveTo>
                    <a:pt x="288" y="370"/>
                  </a:moveTo>
                  <a:lnTo>
                    <a:pt x="360" y="370"/>
                  </a:lnTo>
                  <a:lnTo>
                    <a:pt x="360" y="442"/>
                  </a:lnTo>
                  <a:lnTo>
                    <a:pt x="288" y="442"/>
                  </a:lnTo>
                  <a:lnTo>
                    <a:pt x="288" y="370"/>
                  </a:lnTo>
                  <a:close/>
                  <a:moveTo>
                    <a:pt x="173" y="1252"/>
                  </a:moveTo>
                  <a:lnTo>
                    <a:pt x="245" y="1252"/>
                  </a:lnTo>
                  <a:lnTo>
                    <a:pt x="245" y="1324"/>
                  </a:lnTo>
                  <a:lnTo>
                    <a:pt x="173" y="1324"/>
                  </a:lnTo>
                  <a:lnTo>
                    <a:pt x="173" y="1252"/>
                  </a:lnTo>
                  <a:close/>
                  <a:moveTo>
                    <a:pt x="173" y="1104"/>
                  </a:moveTo>
                  <a:lnTo>
                    <a:pt x="245" y="1104"/>
                  </a:lnTo>
                  <a:lnTo>
                    <a:pt x="245" y="1176"/>
                  </a:lnTo>
                  <a:lnTo>
                    <a:pt x="173" y="1176"/>
                  </a:lnTo>
                  <a:lnTo>
                    <a:pt x="173" y="1104"/>
                  </a:lnTo>
                  <a:close/>
                  <a:moveTo>
                    <a:pt x="173" y="811"/>
                  </a:moveTo>
                  <a:lnTo>
                    <a:pt x="245" y="811"/>
                  </a:lnTo>
                  <a:lnTo>
                    <a:pt x="245" y="883"/>
                  </a:lnTo>
                  <a:lnTo>
                    <a:pt x="173" y="883"/>
                  </a:lnTo>
                  <a:lnTo>
                    <a:pt x="173" y="811"/>
                  </a:lnTo>
                  <a:close/>
                  <a:moveTo>
                    <a:pt x="173" y="662"/>
                  </a:moveTo>
                  <a:lnTo>
                    <a:pt x="245" y="662"/>
                  </a:lnTo>
                  <a:lnTo>
                    <a:pt x="245" y="734"/>
                  </a:lnTo>
                  <a:lnTo>
                    <a:pt x="173" y="734"/>
                  </a:lnTo>
                  <a:lnTo>
                    <a:pt x="173" y="662"/>
                  </a:lnTo>
                  <a:close/>
                  <a:moveTo>
                    <a:pt x="173" y="516"/>
                  </a:moveTo>
                  <a:lnTo>
                    <a:pt x="245" y="516"/>
                  </a:lnTo>
                  <a:lnTo>
                    <a:pt x="245" y="588"/>
                  </a:lnTo>
                  <a:lnTo>
                    <a:pt x="173" y="588"/>
                  </a:lnTo>
                  <a:lnTo>
                    <a:pt x="173" y="516"/>
                  </a:lnTo>
                  <a:close/>
                  <a:moveTo>
                    <a:pt x="173" y="370"/>
                  </a:moveTo>
                  <a:lnTo>
                    <a:pt x="245" y="370"/>
                  </a:lnTo>
                  <a:lnTo>
                    <a:pt x="245" y="442"/>
                  </a:lnTo>
                  <a:lnTo>
                    <a:pt x="173" y="442"/>
                  </a:lnTo>
                  <a:lnTo>
                    <a:pt x="173" y="370"/>
                  </a:lnTo>
                  <a:close/>
                  <a:moveTo>
                    <a:pt x="60" y="1252"/>
                  </a:moveTo>
                  <a:lnTo>
                    <a:pt x="132" y="1252"/>
                  </a:lnTo>
                  <a:lnTo>
                    <a:pt x="132" y="1324"/>
                  </a:lnTo>
                  <a:lnTo>
                    <a:pt x="60" y="1324"/>
                  </a:lnTo>
                  <a:lnTo>
                    <a:pt x="60" y="1252"/>
                  </a:lnTo>
                  <a:close/>
                  <a:moveTo>
                    <a:pt x="60" y="1104"/>
                  </a:moveTo>
                  <a:lnTo>
                    <a:pt x="132" y="1104"/>
                  </a:lnTo>
                  <a:lnTo>
                    <a:pt x="132" y="1176"/>
                  </a:lnTo>
                  <a:lnTo>
                    <a:pt x="60" y="1176"/>
                  </a:lnTo>
                  <a:lnTo>
                    <a:pt x="60" y="1104"/>
                  </a:lnTo>
                  <a:close/>
                  <a:moveTo>
                    <a:pt x="60" y="957"/>
                  </a:moveTo>
                  <a:lnTo>
                    <a:pt x="132" y="957"/>
                  </a:lnTo>
                  <a:lnTo>
                    <a:pt x="132" y="1029"/>
                  </a:lnTo>
                  <a:lnTo>
                    <a:pt x="60" y="1029"/>
                  </a:lnTo>
                  <a:lnTo>
                    <a:pt x="60" y="957"/>
                  </a:lnTo>
                  <a:close/>
                  <a:moveTo>
                    <a:pt x="60" y="811"/>
                  </a:moveTo>
                  <a:lnTo>
                    <a:pt x="132" y="811"/>
                  </a:lnTo>
                  <a:lnTo>
                    <a:pt x="132" y="883"/>
                  </a:lnTo>
                  <a:lnTo>
                    <a:pt x="60" y="883"/>
                  </a:lnTo>
                  <a:lnTo>
                    <a:pt x="60" y="811"/>
                  </a:lnTo>
                  <a:close/>
                  <a:moveTo>
                    <a:pt x="60" y="516"/>
                  </a:moveTo>
                  <a:lnTo>
                    <a:pt x="132" y="516"/>
                  </a:lnTo>
                  <a:lnTo>
                    <a:pt x="132" y="588"/>
                  </a:lnTo>
                  <a:lnTo>
                    <a:pt x="60" y="588"/>
                  </a:lnTo>
                  <a:lnTo>
                    <a:pt x="60" y="5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45" name="í$ḷiďe"/>
            <p:cNvSpPr/>
            <p:nvPr/>
          </p:nvSpPr>
          <p:spPr bwMode="auto">
            <a:xfrm>
              <a:off x="5907088" y="4092575"/>
              <a:ext cx="846138" cy="2030413"/>
            </a:xfrm>
            <a:custGeom>
              <a:avLst/>
              <a:gdLst>
                <a:gd name="T0" fmla="*/ 0 w 533"/>
                <a:gd name="T1" fmla="*/ 224 h 1279"/>
                <a:gd name="T2" fmla="*/ 0 w 533"/>
                <a:gd name="T3" fmla="*/ 1279 h 1279"/>
                <a:gd name="T4" fmla="*/ 533 w 533"/>
                <a:gd name="T5" fmla="*/ 1279 h 1279"/>
                <a:gd name="T6" fmla="*/ 533 w 533"/>
                <a:gd name="T7" fmla="*/ 224 h 1279"/>
                <a:gd name="T8" fmla="*/ 451 w 533"/>
                <a:gd name="T9" fmla="*/ 224 h 1279"/>
                <a:gd name="T10" fmla="*/ 451 w 533"/>
                <a:gd name="T11" fmla="*/ 116 h 1279"/>
                <a:gd name="T12" fmla="*/ 82 w 533"/>
                <a:gd name="T13" fmla="*/ 0 h 1279"/>
                <a:gd name="T14" fmla="*/ 82 w 533"/>
                <a:gd name="T15" fmla="*/ 224 h 1279"/>
                <a:gd name="T16" fmla="*/ 0 w 533"/>
                <a:gd name="T17" fmla="*/ 224 h 1279"/>
                <a:gd name="T18" fmla="*/ 324 w 533"/>
                <a:gd name="T19" fmla="*/ 792 h 1279"/>
                <a:gd name="T20" fmla="*/ 432 w 533"/>
                <a:gd name="T21" fmla="*/ 792 h 1279"/>
                <a:gd name="T22" fmla="*/ 432 w 533"/>
                <a:gd name="T23" fmla="*/ 900 h 1279"/>
                <a:gd name="T24" fmla="*/ 324 w 533"/>
                <a:gd name="T25" fmla="*/ 900 h 1279"/>
                <a:gd name="T26" fmla="*/ 324 w 533"/>
                <a:gd name="T27" fmla="*/ 792 h 1279"/>
                <a:gd name="T28" fmla="*/ 324 w 533"/>
                <a:gd name="T29" fmla="*/ 574 h 1279"/>
                <a:gd name="T30" fmla="*/ 432 w 533"/>
                <a:gd name="T31" fmla="*/ 574 h 1279"/>
                <a:gd name="T32" fmla="*/ 432 w 533"/>
                <a:gd name="T33" fmla="*/ 682 h 1279"/>
                <a:gd name="T34" fmla="*/ 324 w 533"/>
                <a:gd name="T35" fmla="*/ 682 h 1279"/>
                <a:gd name="T36" fmla="*/ 324 w 533"/>
                <a:gd name="T37" fmla="*/ 574 h 1279"/>
                <a:gd name="T38" fmla="*/ 324 w 533"/>
                <a:gd name="T39" fmla="*/ 355 h 1279"/>
                <a:gd name="T40" fmla="*/ 432 w 533"/>
                <a:gd name="T41" fmla="*/ 355 h 1279"/>
                <a:gd name="T42" fmla="*/ 432 w 533"/>
                <a:gd name="T43" fmla="*/ 463 h 1279"/>
                <a:gd name="T44" fmla="*/ 324 w 533"/>
                <a:gd name="T45" fmla="*/ 463 h 1279"/>
                <a:gd name="T46" fmla="*/ 324 w 533"/>
                <a:gd name="T47" fmla="*/ 355 h 1279"/>
                <a:gd name="T48" fmla="*/ 101 w 533"/>
                <a:gd name="T49" fmla="*/ 792 h 1279"/>
                <a:gd name="T50" fmla="*/ 209 w 533"/>
                <a:gd name="T51" fmla="*/ 792 h 1279"/>
                <a:gd name="T52" fmla="*/ 209 w 533"/>
                <a:gd name="T53" fmla="*/ 900 h 1279"/>
                <a:gd name="T54" fmla="*/ 101 w 533"/>
                <a:gd name="T55" fmla="*/ 900 h 1279"/>
                <a:gd name="T56" fmla="*/ 101 w 533"/>
                <a:gd name="T57" fmla="*/ 792 h 1279"/>
                <a:gd name="T58" fmla="*/ 101 w 533"/>
                <a:gd name="T59" fmla="*/ 574 h 1279"/>
                <a:gd name="T60" fmla="*/ 209 w 533"/>
                <a:gd name="T61" fmla="*/ 574 h 1279"/>
                <a:gd name="T62" fmla="*/ 209 w 533"/>
                <a:gd name="T63" fmla="*/ 682 h 1279"/>
                <a:gd name="T64" fmla="*/ 101 w 533"/>
                <a:gd name="T65" fmla="*/ 682 h 1279"/>
                <a:gd name="T66" fmla="*/ 101 w 533"/>
                <a:gd name="T67" fmla="*/ 574 h 1279"/>
                <a:gd name="T68" fmla="*/ 101 w 533"/>
                <a:gd name="T69" fmla="*/ 355 h 1279"/>
                <a:gd name="T70" fmla="*/ 209 w 533"/>
                <a:gd name="T71" fmla="*/ 355 h 1279"/>
                <a:gd name="T72" fmla="*/ 209 w 533"/>
                <a:gd name="T73" fmla="*/ 463 h 1279"/>
                <a:gd name="T74" fmla="*/ 101 w 533"/>
                <a:gd name="T75" fmla="*/ 463 h 1279"/>
                <a:gd name="T76" fmla="*/ 101 w 533"/>
                <a:gd name="T77" fmla="*/ 355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3" h="1279">
                  <a:moveTo>
                    <a:pt x="0" y="224"/>
                  </a:moveTo>
                  <a:lnTo>
                    <a:pt x="0" y="1279"/>
                  </a:lnTo>
                  <a:lnTo>
                    <a:pt x="533" y="1279"/>
                  </a:lnTo>
                  <a:lnTo>
                    <a:pt x="533" y="224"/>
                  </a:lnTo>
                  <a:lnTo>
                    <a:pt x="451" y="224"/>
                  </a:lnTo>
                  <a:lnTo>
                    <a:pt x="451" y="116"/>
                  </a:lnTo>
                  <a:lnTo>
                    <a:pt x="82" y="0"/>
                  </a:lnTo>
                  <a:lnTo>
                    <a:pt x="82" y="224"/>
                  </a:lnTo>
                  <a:lnTo>
                    <a:pt x="0" y="224"/>
                  </a:lnTo>
                  <a:close/>
                  <a:moveTo>
                    <a:pt x="324" y="792"/>
                  </a:moveTo>
                  <a:lnTo>
                    <a:pt x="432" y="792"/>
                  </a:lnTo>
                  <a:lnTo>
                    <a:pt x="432" y="900"/>
                  </a:lnTo>
                  <a:lnTo>
                    <a:pt x="324" y="900"/>
                  </a:lnTo>
                  <a:lnTo>
                    <a:pt x="324" y="792"/>
                  </a:lnTo>
                  <a:close/>
                  <a:moveTo>
                    <a:pt x="324" y="574"/>
                  </a:moveTo>
                  <a:lnTo>
                    <a:pt x="432" y="574"/>
                  </a:lnTo>
                  <a:lnTo>
                    <a:pt x="432" y="682"/>
                  </a:lnTo>
                  <a:lnTo>
                    <a:pt x="324" y="682"/>
                  </a:lnTo>
                  <a:lnTo>
                    <a:pt x="324" y="574"/>
                  </a:lnTo>
                  <a:close/>
                  <a:moveTo>
                    <a:pt x="324" y="355"/>
                  </a:moveTo>
                  <a:lnTo>
                    <a:pt x="432" y="355"/>
                  </a:lnTo>
                  <a:lnTo>
                    <a:pt x="432" y="463"/>
                  </a:lnTo>
                  <a:lnTo>
                    <a:pt x="324" y="463"/>
                  </a:lnTo>
                  <a:lnTo>
                    <a:pt x="324" y="355"/>
                  </a:lnTo>
                  <a:close/>
                  <a:moveTo>
                    <a:pt x="101" y="792"/>
                  </a:moveTo>
                  <a:lnTo>
                    <a:pt x="209" y="792"/>
                  </a:lnTo>
                  <a:lnTo>
                    <a:pt x="209" y="900"/>
                  </a:lnTo>
                  <a:lnTo>
                    <a:pt x="101" y="900"/>
                  </a:lnTo>
                  <a:lnTo>
                    <a:pt x="101" y="792"/>
                  </a:lnTo>
                  <a:close/>
                  <a:moveTo>
                    <a:pt x="101" y="574"/>
                  </a:moveTo>
                  <a:lnTo>
                    <a:pt x="209" y="574"/>
                  </a:lnTo>
                  <a:lnTo>
                    <a:pt x="209" y="682"/>
                  </a:lnTo>
                  <a:lnTo>
                    <a:pt x="101" y="682"/>
                  </a:lnTo>
                  <a:lnTo>
                    <a:pt x="101" y="574"/>
                  </a:lnTo>
                  <a:close/>
                  <a:moveTo>
                    <a:pt x="101" y="355"/>
                  </a:moveTo>
                  <a:lnTo>
                    <a:pt x="209" y="355"/>
                  </a:lnTo>
                  <a:lnTo>
                    <a:pt x="209" y="463"/>
                  </a:lnTo>
                  <a:lnTo>
                    <a:pt x="101" y="463"/>
                  </a:lnTo>
                  <a:lnTo>
                    <a:pt x="101" y="3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828387" y="248413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828387" y="337948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572" y="4474859"/>
            <a:ext cx="4767354" cy="1950030"/>
          </a:xfrm>
          <a:prstGeom prst="rect">
            <a:avLst/>
          </a:prstGeom>
        </p:spPr>
      </p:pic>
      <p:sp>
        <p:nvSpPr>
          <p:cNvPr id="27" name="îslîḋê"/>
          <p:cNvSpPr/>
          <p:nvPr userDrawn="1"/>
        </p:nvSpPr>
        <p:spPr bwMode="auto">
          <a:xfrm>
            <a:off x="4762" y="6024282"/>
            <a:ext cx="12187237" cy="825687"/>
          </a:xfrm>
          <a:custGeom>
            <a:avLst/>
            <a:gdLst>
              <a:gd name="T0" fmla="*/ 0 w 3200"/>
              <a:gd name="T1" fmla="*/ 129 h 391"/>
              <a:gd name="T2" fmla="*/ 3200 w 3200"/>
              <a:gd name="T3" fmla="*/ 0 h 391"/>
              <a:gd name="T4" fmla="*/ 3200 w 3200"/>
              <a:gd name="T5" fmla="*/ 268 h 391"/>
              <a:gd name="T6" fmla="*/ 0 w 3200"/>
              <a:gd name="T7" fmla="*/ 264 h 391"/>
              <a:gd name="T8" fmla="*/ 0 w 3200"/>
              <a:gd name="T9" fmla="*/ 129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391">
                <a:moveTo>
                  <a:pt x="0" y="129"/>
                </a:moveTo>
                <a:cubicBezTo>
                  <a:pt x="217" y="129"/>
                  <a:pt x="2396" y="272"/>
                  <a:pt x="3200" y="0"/>
                </a:cubicBezTo>
                <a:cubicBezTo>
                  <a:pt x="3200" y="391"/>
                  <a:pt x="3200" y="268"/>
                  <a:pt x="3200" y="268"/>
                </a:cubicBezTo>
                <a:cubicBezTo>
                  <a:pt x="0" y="264"/>
                  <a:pt x="0" y="264"/>
                  <a:pt x="0" y="264"/>
                </a:cubicBezTo>
                <a:lnTo>
                  <a:pt x="0" y="129"/>
                </a:lnTo>
                <a:close/>
              </a:path>
            </a:pathLst>
          </a:custGeom>
          <a:solidFill>
            <a:srgbClr val="89CE5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  <p:sp>
        <p:nvSpPr>
          <p:cNvPr id="37" name="iṥliḍè"/>
          <p:cNvSpPr/>
          <p:nvPr userDrawn="1"/>
        </p:nvSpPr>
        <p:spPr bwMode="auto">
          <a:xfrm>
            <a:off x="4762" y="5876365"/>
            <a:ext cx="12187237" cy="987051"/>
          </a:xfrm>
          <a:custGeom>
            <a:avLst/>
            <a:gdLst>
              <a:gd name="T0" fmla="*/ 3200 w 3200"/>
              <a:gd name="T1" fmla="*/ 331 h 465"/>
              <a:gd name="T2" fmla="*/ 0 w 3200"/>
              <a:gd name="T3" fmla="*/ 0 h 465"/>
              <a:gd name="T4" fmla="*/ 0 w 3200"/>
              <a:gd name="T5" fmla="*/ 465 h 465"/>
              <a:gd name="T6" fmla="*/ 3200 w 3200"/>
              <a:gd name="T7" fmla="*/ 465 h 465"/>
              <a:gd name="T8" fmla="*/ 3200 w 3200"/>
              <a:gd name="T9" fmla="*/ 331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465">
                <a:moveTo>
                  <a:pt x="3200" y="331"/>
                </a:moveTo>
                <a:cubicBezTo>
                  <a:pt x="2983" y="331"/>
                  <a:pt x="804" y="273"/>
                  <a:pt x="0" y="0"/>
                </a:cubicBezTo>
                <a:cubicBezTo>
                  <a:pt x="0" y="392"/>
                  <a:pt x="0" y="465"/>
                  <a:pt x="0" y="465"/>
                </a:cubicBezTo>
                <a:cubicBezTo>
                  <a:pt x="3200" y="465"/>
                  <a:pt x="3200" y="465"/>
                  <a:pt x="3200" y="465"/>
                </a:cubicBezTo>
                <a:lnTo>
                  <a:pt x="3200" y="331"/>
                </a:lnTo>
                <a:close/>
              </a:path>
            </a:pathLst>
          </a:custGeom>
          <a:solidFill>
            <a:srgbClr val="1E437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isḷidé"/>
          <p:cNvGrpSpPr/>
          <p:nvPr userDrawn="1"/>
        </p:nvGrpSpPr>
        <p:grpSpPr>
          <a:xfrm flipH="1">
            <a:off x="1140660" y="4191481"/>
            <a:ext cx="2807116" cy="1456619"/>
            <a:chOff x="107951" y="2128838"/>
            <a:chExt cx="6645275" cy="3994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6" name="íŝḻïḓè"/>
            <p:cNvSpPr/>
            <p:nvPr/>
          </p:nvSpPr>
          <p:spPr bwMode="auto">
            <a:xfrm>
              <a:off x="1074738" y="3060700"/>
              <a:ext cx="844550" cy="3062288"/>
            </a:xfrm>
            <a:custGeom>
              <a:avLst/>
              <a:gdLst>
                <a:gd name="T0" fmla="*/ 0 w 532"/>
                <a:gd name="T1" fmla="*/ 355 h 1929"/>
                <a:gd name="T2" fmla="*/ 0 w 532"/>
                <a:gd name="T3" fmla="*/ 1929 h 1929"/>
                <a:gd name="T4" fmla="*/ 532 w 532"/>
                <a:gd name="T5" fmla="*/ 1929 h 1929"/>
                <a:gd name="T6" fmla="*/ 532 w 532"/>
                <a:gd name="T7" fmla="*/ 0 h 1929"/>
                <a:gd name="T8" fmla="*/ 0 w 532"/>
                <a:gd name="T9" fmla="*/ 355 h 1929"/>
                <a:gd name="T10" fmla="*/ 69 w 532"/>
                <a:gd name="T11" fmla="*/ 1502 h 1929"/>
                <a:gd name="T12" fmla="*/ 462 w 532"/>
                <a:gd name="T13" fmla="*/ 1502 h 1929"/>
                <a:gd name="T14" fmla="*/ 462 w 532"/>
                <a:gd name="T15" fmla="*/ 1543 h 1929"/>
                <a:gd name="T16" fmla="*/ 69 w 532"/>
                <a:gd name="T17" fmla="*/ 1543 h 1929"/>
                <a:gd name="T18" fmla="*/ 69 w 532"/>
                <a:gd name="T19" fmla="*/ 1502 h 1929"/>
                <a:gd name="T20" fmla="*/ 69 w 532"/>
                <a:gd name="T21" fmla="*/ 1387 h 1929"/>
                <a:gd name="T22" fmla="*/ 462 w 532"/>
                <a:gd name="T23" fmla="*/ 1387 h 1929"/>
                <a:gd name="T24" fmla="*/ 462 w 532"/>
                <a:gd name="T25" fmla="*/ 1428 h 1929"/>
                <a:gd name="T26" fmla="*/ 69 w 532"/>
                <a:gd name="T27" fmla="*/ 1428 h 1929"/>
                <a:gd name="T28" fmla="*/ 69 w 532"/>
                <a:gd name="T29" fmla="*/ 1387 h 1929"/>
                <a:gd name="T30" fmla="*/ 69 w 532"/>
                <a:gd name="T31" fmla="*/ 1272 h 1929"/>
                <a:gd name="T32" fmla="*/ 462 w 532"/>
                <a:gd name="T33" fmla="*/ 1272 h 1929"/>
                <a:gd name="T34" fmla="*/ 462 w 532"/>
                <a:gd name="T35" fmla="*/ 1315 h 1929"/>
                <a:gd name="T36" fmla="*/ 69 w 532"/>
                <a:gd name="T37" fmla="*/ 1315 h 1929"/>
                <a:gd name="T38" fmla="*/ 69 w 532"/>
                <a:gd name="T39" fmla="*/ 1272 h 1929"/>
                <a:gd name="T40" fmla="*/ 69 w 532"/>
                <a:gd name="T41" fmla="*/ 1157 h 1929"/>
                <a:gd name="T42" fmla="*/ 462 w 532"/>
                <a:gd name="T43" fmla="*/ 1157 h 1929"/>
                <a:gd name="T44" fmla="*/ 462 w 532"/>
                <a:gd name="T45" fmla="*/ 1200 h 1929"/>
                <a:gd name="T46" fmla="*/ 69 w 532"/>
                <a:gd name="T47" fmla="*/ 1200 h 1929"/>
                <a:gd name="T48" fmla="*/ 69 w 532"/>
                <a:gd name="T49" fmla="*/ 1157 h 1929"/>
                <a:gd name="T50" fmla="*/ 69 w 532"/>
                <a:gd name="T51" fmla="*/ 1044 h 1929"/>
                <a:gd name="T52" fmla="*/ 462 w 532"/>
                <a:gd name="T53" fmla="*/ 1044 h 1929"/>
                <a:gd name="T54" fmla="*/ 462 w 532"/>
                <a:gd name="T55" fmla="*/ 1085 h 1929"/>
                <a:gd name="T56" fmla="*/ 69 w 532"/>
                <a:gd name="T57" fmla="*/ 1085 h 1929"/>
                <a:gd name="T58" fmla="*/ 69 w 532"/>
                <a:gd name="T59" fmla="*/ 1044 h 1929"/>
                <a:gd name="T60" fmla="*/ 69 w 532"/>
                <a:gd name="T61" fmla="*/ 929 h 1929"/>
                <a:gd name="T62" fmla="*/ 462 w 532"/>
                <a:gd name="T63" fmla="*/ 929 h 1929"/>
                <a:gd name="T64" fmla="*/ 462 w 532"/>
                <a:gd name="T65" fmla="*/ 969 h 1929"/>
                <a:gd name="T66" fmla="*/ 69 w 532"/>
                <a:gd name="T67" fmla="*/ 969 h 1929"/>
                <a:gd name="T68" fmla="*/ 69 w 532"/>
                <a:gd name="T69" fmla="*/ 929 h 1929"/>
                <a:gd name="T70" fmla="*/ 69 w 532"/>
                <a:gd name="T71" fmla="*/ 814 h 1929"/>
                <a:gd name="T72" fmla="*/ 462 w 532"/>
                <a:gd name="T73" fmla="*/ 814 h 1929"/>
                <a:gd name="T74" fmla="*/ 462 w 532"/>
                <a:gd name="T75" fmla="*/ 854 h 1929"/>
                <a:gd name="T76" fmla="*/ 69 w 532"/>
                <a:gd name="T77" fmla="*/ 854 h 1929"/>
                <a:gd name="T78" fmla="*/ 69 w 532"/>
                <a:gd name="T79" fmla="*/ 814 h 1929"/>
                <a:gd name="T80" fmla="*/ 69 w 532"/>
                <a:gd name="T81" fmla="*/ 698 h 1929"/>
                <a:gd name="T82" fmla="*/ 462 w 532"/>
                <a:gd name="T83" fmla="*/ 698 h 1929"/>
                <a:gd name="T84" fmla="*/ 462 w 532"/>
                <a:gd name="T85" fmla="*/ 739 h 1929"/>
                <a:gd name="T86" fmla="*/ 69 w 532"/>
                <a:gd name="T87" fmla="*/ 739 h 1929"/>
                <a:gd name="T88" fmla="*/ 69 w 532"/>
                <a:gd name="T89" fmla="*/ 698 h 1929"/>
                <a:gd name="T90" fmla="*/ 69 w 532"/>
                <a:gd name="T91" fmla="*/ 583 h 1929"/>
                <a:gd name="T92" fmla="*/ 462 w 532"/>
                <a:gd name="T93" fmla="*/ 583 h 1929"/>
                <a:gd name="T94" fmla="*/ 462 w 532"/>
                <a:gd name="T95" fmla="*/ 626 h 1929"/>
                <a:gd name="T96" fmla="*/ 69 w 532"/>
                <a:gd name="T97" fmla="*/ 626 h 1929"/>
                <a:gd name="T98" fmla="*/ 69 w 532"/>
                <a:gd name="T99" fmla="*/ 583 h 1929"/>
                <a:gd name="T100" fmla="*/ 69 w 532"/>
                <a:gd name="T101" fmla="*/ 468 h 1929"/>
                <a:gd name="T102" fmla="*/ 462 w 532"/>
                <a:gd name="T103" fmla="*/ 468 h 1929"/>
                <a:gd name="T104" fmla="*/ 462 w 532"/>
                <a:gd name="T105" fmla="*/ 511 h 1929"/>
                <a:gd name="T106" fmla="*/ 69 w 532"/>
                <a:gd name="T107" fmla="*/ 511 h 1929"/>
                <a:gd name="T108" fmla="*/ 69 w 532"/>
                <a:gd name="T109" fmla="*/ 468 h 1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32" h="1929">
                  <a:moveTo>
                    <a:pt x="0" y="355"/>
                  </a:moveTo>
                  <a:lnTo>
                    <a:pt x="0" y="1929"/>
                  </a:lnTo>
                  <a:lnTo>
                    <a:pt x="532" y="1929"/>
                  </a:lnTo>
                  <a:lnTo>
                    <a:pt x="532" y="0"/>
                  </a:lnTo>
                  <a:lnTo>
                    <a:pt x="0" y="355"/>
                  </a:lnTo>
                  <a:close/>
                  <a:moveTo>
                    <a:pt x="69" y="1502"/>
                  </a:moveTo>
                  <a:lnTo>
                    <a:pt x="462" y="1502"/>
                  </a:lnTo>
                  <a:lnTo>
                    <a:pt x="462" y="1543"/>
                  </a:lnTo>
                  <a:lnTo>
                    <a:pt x="69" y="1543"/>
                  </a:lnTo>
                  <a:lnTo>
                    <a:pt x="69" y="1502"/>
                  </a:lnTo>
                  <a:close/>
                  <a:moveTo>
                    <a:pt x="69" y="1387"/>
                  </a:moveTo>
                  <a:lnTo>
                    <a:pt x="462" y="1387"/>
                  </a:lnTo>
                  <a:lnTo>
                    <a:pt x="462" y="1428"/>
                  </a:lnTo>
                  <a:lnTo>
                    <a:pt x="69" y="1428"/>
                  </a:lnTo>
                  <a:lnTo>
                    <a:pt x="69" y="1387"/>
                  </a:lnTo>
                  <a:close/>
                  <a:moveTo>
                    <a:pt x="69" y="1272"/>
                  </a:moveTo>
                  <a:lnTo>
                    <a:pt x="462" y="1272"/>
                  </a:lnTo>
                  <a:lnTo>
                    <a:pt x="462" y="1315"/>
                  </a:lnTo>
                  <a:lnTo>
                    <a:pt x="69" y="1315"/>
                  </a:lnTo>
                  <a:lnTo>
                    <a:pt x="69" y="1272"/>
                  </a:lnTo>
                  <a:close/>
                  <a:moveTo>
                    <a:pt x="69" y="1157"/>
                  </a:moveTo>
                  <a:lnTo>
                    <a:pt x="462" y="1157"/>
                  </a:lnTo>
                  <a:lnTo>
                    <a:pt x="462" y="1200"/>
                  </a:lnTo>
                  <a:lnTo>
                    <a:pt x="69" y="1200"/>
                  </a:lnTo>
                  <a:lnTo>
                    <a:pt x="69" y="1157"/>
                  </a:lnTo>
                  <a:close/>
                  <a:moveTo>
                    <a:pt x="69" y="1044"/>
                  </a:moveTo>
                  <a:lnTo>
                    <a:pt x="462" y="1044"/>
                  </a:lnTo>
                  <a:lnTo>
                    <a:pt x="462" y="1085"/>
                  </a:lnTo>
                  <a:lnTo>
                    <a:pt x="69" y="1085"/>
                  </a:lnTo>
                  <a:lnTo>
                    <a:pt x="69" y="1044"/>
                  </a:lnTo>
                  <a:close/>
                  <a:moveTo>
                    <a:pt x="69" y="929"/>
                  </a:moveTo>
                  <a:lnTo>
                    <a:pt x="462" y="929"/>
                  </a:lnTo>
                  <a:lnTo>
                    <a:pt x="462" y="969"/>
                  </a:lnTo>
                  <a:lnTo>
                    <a:pt x="69" y="969"/>
                  </a:lnTo>
                  <a:lnTo>
                    <a:pt x="69" y="929"/>
                  </a:lnTo>
                  <a:close/>
                  <a:moveTo>
                    <a:pt x="69" y="814"/>
                  </a:moveTo>
                  <a:lnTo>
                    <a:pt x="462" y="814"/>
                  </a:lnTo>
                  <a:lnTo>
                    <a:pt x="462" y="854"/>
                  </a:lnTo>
                  <a:lnTo>
                    <a:pt x="69" y="854"/>
                  </a:lnTo>
                  <a:lnTo>
                    <a:pt x="69" y="814"/>
                  </a:lnTo>
                  <a:close/>
                  <a:moveTo>
                    <a:pt x="69" y="698"/>
                  </a:moveTo>
                  <a:lnTo>
                    <a:pt x="462" y="698"/>
                  </a:lnTo>
                  <a:lnTo>
                    <a:pt x="462" y="739"/>
                  </a:lnTo>
                  <a:lnTo>
                    <a:pt x="69" y="739"/>
                  </a:lnTo>
                  <a:lnTo>
                    <a:pt x="69" y="698"/>
                  </a:lnTo>
                  <a:close/>
                  <a:moveTo>
                    <a:pt x="69" y="583"/>
                  </a:moveTo>
                  <a:lnTo>
                    <a:pt x="462" y="583"/>
                  </a:lnTo>
                  <a:lnTo>
                    <a:pt x="462" y="626"/>
                  </a:lnTo>
                  <a:lnTo>
                    <a:pt x="69" y="626"/>
                  </a:lnTo>
                  <a:lnTo>
                    <a:pt x="69" y="583"/>
                  </a:lnTo>
                  <a:close/>
                  <a:moveTo>
                    <a:pt x="69" y="468"/>
                  </a:moveTo>
                  <a:lnTo>
                    <a:pt x="462" y="468"/>
                  </a:lnTo>
                  <a:lnTo>
                    <a:pt x="462" y="511"/>
                  </a:lnTo>
                  <a:lnTo>
                    <a:pt x="69" y="511"/>
                  </a:lnTo>
                  <a:lnTo>
                    <a:pt x="69" y="4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7" name="iŝļïďe"/>
            <p:cNvSpPr/>
            <p:nvPr/>
          </p:nvSpPr>
          <p:spPr bwMode="auto">
            <a:xfrm>
              <a:off x="107951" y="3571875"/>
              <a:ext cx="844550" cy="2551113"/>
            </a:xfrm>
            <a:custGeom>
              <a:avLst/>
              <a:gdLst>
                <a:gd name="T0" fmla="*/ 0 w 532"/>
                <a:gd name="T1" fmla="*/ 314 h 1607"/>
                <a:gd name="T2" fmla="*/ 0 w 532"/>
                <a:gd name="T3" fmla="*/ 1607 h 1607"/>
                <a:gd name="T4" fmla="*/ 532 w 532"/>
                <a:gd name="T5" fmla="*/ 1607 h 1607"/>
                <a:gd name="T6" fmla="*/ 532 w 532"/>
                <a:gd name="T7" fmla="*/ 314 h 1607"/>
                <a:gd name="T8" fmla="*/ 347 w 532"/>
                <a:gd name="T9" fmla="*/ 314 h 1607"/>
                <a:gd name="T10" fmla="*/ 347 w 532"/>
                <a:gd name="T11" fmla="*/ 192 h 1607"/>
                <a:gd name="T12" fmla="*/ 242 w 532"/>
                <a:gd name="T13" fmla="*/ 192 h 1607"/>
                <a:gd name="T14" fmla="*/ 242 w 532"/>
                <a:gd name="T15" fmla="*/ 314 h 1607"/>
                <a:gd name="T16" fmla="*/ 163 w 532"/>
                <a:gd name="T17" fmla="*/ 314 h 1607"/>
                <a:gd name="T18" fmla="*/ 163 w 532"/>
                <a:gd name="T19" fmla="*/ 0 h 1607"/>
                <a:gd name="T20" fmla="*/ 55 w 532"/>
                <a:gd name="T21" fmla="*/ 0 h 1607"/>
                <a:gd name="T22" fmla="*/ 55 w 532"/>
                <a:gd name="T23" fmla="*/ 314 h 1607"/>
                <a:gd name="T24" fmla="*/ 0 w 532"/>
                <a:gd name="T25" fmla="*/ 314 h 1607"/>
                <a:gd name="T26" fmla="*/ 335 w 532"/>
                <a:gd name="T27" fmla="*/ 1226 h 1607"/>
                <a:gd name="T28" fmla="*/ 438 w 532"/>
                <a:gd name="T29" fmla="*/ 1226 h 1607"/>
                <a:gd name="T30" fmla="*/ 438 w 532"/>
                <a:gd name="T31" fmla="*/ 1329 h 1607"/>
                <a:gd name="T32" fmla="*/ 335 w 532"/>
                <a:gd name="T33" fmla="*/ 1329 h 1607"/>
                <a:gd name="T34" fmla="*/ 335 w 532"/>
                <a:gd name="T35" fmla="*/ 1226 h 1607"/>
                <a:gd name="T36" fmla="*/ 335 w 532"/>
                <a:gd name="T37" fmla="*/ 1034 h 1607"/>
                <a:gd name="T38" fmla="*/ 438 w 532"/>
                <a:gd name="T39" fmla="*/ 1034 h 1607"/>
                <a:gd name="T40" fmla="*/ 438 w 532"/>
                <a:gd name="T41" fmla="*/ 1137 h 1607"/>
                <a:gd name="T42" fmla="*/ 335 w 532"/>
                <a:gd name="T43" fmla="*/ 1137 h 1607"/>
                <a:gd name="T44" fmla="*/ 335 w 532"/>
                <a:gd name="T45" fmla="*/ 1034 h 1607"/>
                <a:gd name="T46" fmla="*/ 335 w 532"/>
                <a:gd name="T47" fmla="*/ 842 h 1607"/>
                <a:gd name="T48" fmla="*/ 438 w 532"/>
                <a:gd name="T49" fmla="*/ 842 h 1607"/>
                <a:gd name="T50" fmla="*/ 438 w 532"/>
                <a:gd name="T51" fmla="*/ 947 h 1607"/>
                <a:gd name="T52" fmla="*/ 335 w 532"/>
                <a:gd name="T53" fmla="*/ 947 h 1607"/>
                <a:gd name="T54" fmla="*/ 335 w 532"/>
                <a:gd name="T55" fmla="*/ 842 h 1607"/>
                <a:gd name="T56" fmla="*/ 335 w 532"/>
                <a:gd name="T57" fmla="*/ 652 h 1607"/>
                <a:gd name="T58" fmla="*/ 438 w 532"/>
                <a:gd name="T59" fmla="*/ 652 h 1607"/>
                <a:gd name="T60" fmla="*/ 438 w 532"/>
                <a:gd name="T61" fmla="*/ 755 h 1607"/>
                <a:gd name="T62" fmla="*/ 335 w 532"/>
                <a:gd name="T63" fmla="*/ 755 h 1607"/>
                <a:gd name="T64" fmla="*/ 335 w 532"/>
                <a:gd name="T65" fmla="*/ 652 h 1607"/>
                <a:gd name="T66" fmla="*/ 335 w 532"/>
                <a:gd name="T67" fmla="*/ 460 h 1607"/>
                <a:gd name="T68" fmla="*/ 438 w 532"/>
                <a:gd name="T69" fmla="*/ 460 h 1607"/>
                <a:gd name="T70" fmla="*/ 438 w 532"/>
                <a:gd name="T71" fmla="*/ 566 h 1607"/>
                <a:gd name="T72" fmla="*/ 335 w 532"/>
                <a:gd name="T73" fmla="*/ 566 h 1607"/>
                <a:gd name="T74" fmla="*/ 335 w 532"/>
                <a:gd name="T75" fmla="*/ 460 h 1607"/>
                <a:gd name="T76" fmla="*/ 93 w 532"/>
                <a:gd name="T77" fmla="*/ 1226 h 1607"/>
                <a:gd name="T78" fmla="*/ 196 w 532"/>
                <a:gd name="T79" fmla="*/ 1226 h 1607"/>
                <a:gd name="T80" fmla="*/ 196 w 532"/>
                <a:gd name="T81" fmla="*/ 1329 h 1607"/>
                <a:gd name="T82" fmla="*/ 93 w 532"/>
                <a:gd name="T83" fmla="*/ 1329 h 1607"/>
                <a:gd name="T84" fmla="*/ 93 w 532"/>
                <a:gd name="T85" fmla="*/ 1226 h 1607"/>
                <a:gd name="T86" fmla="*/ 93 w 532"/>
                <a:gd name="T87" fmla="*/ 1034 h 1607"/>
                <a:gd name="T88" fmla="*/ 196 w 532"/>
                <a:gd name="T89" fmla="*/ 1034 h 1607"/>
                <a:gd name="T90" fmla="*/ 196 w 532"/>
                <a:gd name="T91" fmla="*/ 1137 h 1607"/>
                <a:gd name="T92" fmla="*/ 93 w 532"/>
                <a:gd name="T93" fmla="*/ 1137 h 1607"/>
                <a:gd name="T94" fmla="*/ 93 w 532"/>
                <a:gd name="T95" fmla="*/ 1034 h 1607"/>
                <a:gd name="T96" fmla="*/ 93 w 532"/>
                <a:gd name="T97" fmla="*/ 842 h 1607"/>
                <a:gd name="T98" fmla="*/ 196 w 532"/>
                <a:gd name="T99" fmla="*/ 842 h 1607"/>
                <a:gd name="T100" fmla="*/ 196 w 532"/>
                <a:gd name="T101" fmla="*/ 947 h 1607"/>
                <a:gd name="T102" fmla="*/ 93 w 532"/>
                <a:gd name="T103" fmla="*/ 947 h 1607"/>
                <a:gd name="T104" fmla="*/ 93 w 532"/>
                <a:gd name="T105" fmla="*/ 842 h 1607"/>
                <a:gd name="T106" fmla="*/ 93 w 532"/>
                <a:gd name="T107" fmla="*/ 652 h 1607"/>
                <a:gd name="T108" fmla="*/ 196 w 532"/>
                <a:gd name="T109" fmla="*/ 652 h 1607"/>
                <a:gd name="T110" fmla="*/ 196 w 532"/>
                <a:gd name="T111" fmla="*/ 755 h 1607"/>
                <a:gd name="T112" fmla="*/ 93 w 532"/>
                <a:gd name="T113" fmla="*/ 755 h 1607"/>
                <a:gd name="T114" fmla="*/ 93 w 532"/>
                <a:gd name="T115" fmla="*/ 652 h 1607"/>
                <a:gd name="T116" fmla="*/ 93 w 532"/>
                <a:gd name="T117" fmla="*/ 460 h 1607"/>
                <a:gd name="T118" fmla="*/ 196 w 532"/>
                <a:gd name="T119" fmla="*/ 460 h 1607"/>
                <a:gd name="T120" fmla="*/ 196 w 532"/>
                <a:gd name="T121" fmla="*/ 566 h 1607"/>
                <a:gd name="T122" fmla="*/ 93 w 532"/>
                <a:gd name="T123" fmla="*/ 566 h 1607"/>
                <a:gd name="T124" fmla="*/ 93 w 532"/>
                <a:gd name="T125" fmla="*/ 460 h 1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32" h="1607">
                  <a:moveTo>
                    <a:pt x="0" y="314"/>
                  </a:moveTo>
                  <a:lnTo>
                    <a:pt x="0" y="1607"/>
                  </a:lnTo>
                  <a:lnTo>
                    <a:pt x="532" y="1607"/>
                  </a:lnTo>
                  <a:lnTo>
                    <a:pt x="532" y="314"/>
                  </a:lnTo>
                  <a:lnTo>
                    <a:pt x="347" y="314"/>
                  </a:lnTo>
                  <a:lnTo>
                    <a:pt x="347" y="192"/>
                  </a:lnTo>
                  <a:lnTo>
                    <a:pt x="242" y="192"/>
                  </a:lnTo>
                  <a:lnTo>
                    <a:pt x="242" y="314"/>
                  </a:lnTo>
                  <a:lnTo>
                    <a:pt x="163" y="314"/>
                  </a:lnTo>
                  <a:lnTo>
                    <a:pt x="163" y="0"/>
                  </a:lnTo>
                  <a:lnTo>
                    <a:pt x="55" y="0"/>
                  </a:lnTo>
                  <a:lnTo>
                    <a:pt x="55" y="314"/>
                  </a:lnTo>
                  <a:lnTo>
                    <a:pt x="0" y="314"/>
                  </a:lnTo>
                  <a:close/>
                  <a:moveTo>
                    <a:pt x="335" y="1226"/>
                  </a:moveTo>
                  <a:lnTo>
                    <a:pt x="438" y="1226"/>
                  </a:lnTo>
                  <a:lnTo>
                    <a:pt x="438" y="1329"/>
                  </a:lnTo>
                  <a:lnTo>
                    <a:pt x="335" y="1329"/>
                  </a:lnTo>
                  <a:lnTo>
                    <a:pt x="335" y="1226"/>
                  </a:lnTo>
                  <a:close/>
                  <a:moveTo>
                    <a:pt x="335" y="1034"/>
                  </a:moveTo>
                  <a:lnTo>
                    <a:pt x="438" y="1034"/>
                  </a:lnTo>
                  <a:lnTo>
                    <a:pt x="438" y="1137"/>
                  </a:lnTo>
                  <a:lnTo>
                    <a:pt x="335" y="1137"/>
                  </a:lnTo>
                  <a:lnTo>
                    <a:pt x="335" y="1034"/>
                  </a:lnTo>
                  <a:close/>
                  <a:moveTo>
                    <a:pt x="335" y="842"/>
                  </a:moveTo>
                  <a:lnTo>
                    <a:pt x="438" y="842"/>
                  </a:lnTo>
                  <a:lnTo>
                    <a:pt x="438" y="947"/>
                  </a:lnTo>
                  <a:lnTo>
                    <a:pt x="335" y="947"/>
                  </a:lnTo>
                  <a:lnTo>
                    <a:pt x="335" y="842"/>
                  </a:lnTo>
                  <a:close/>
                  <a:moveTo>
                    <a:pt x="335" y="652"/>
                  </a:moveTo>
                  <a:lnTo>
                    <a:pt x="438" y="652"/>
                  </a:lnTo>
                  <a:lnTo>
                    <a:pt x="438" y="755"/>
                  </a:lnTo>
                  <a:lnTo>
                    <a:pt x="335" y="755"/>
                  </a:lnTo>
                  <a:lnTo>
                    <a:pt x="335" y="652"/>
                  </a:lnTo>
                  <a:close/>
                  <a:moveTo>
                    <a:pt x="335" y="460"/>
                  </a:moveTo>
                  <a:lnTo>
                    <a:pt x="438" y="460"/>
                  </a:lnTo>
                  <a:lnTo>
                    <a:pt x="438" y="566"/>
                  </a:lnTo>
                  <a:lnTo>
                    <a:pt x="335" y="566"/>
                  </a:lnTo>
                  <a:lnTo>
                    <a:pt x="335" y="460"/>
                  </a:lnTo>
                  <a:close/>
                  <a:moveTo>
                    <a:pt x="93" y="1226"/>
                  </a:moveTo>
                  <a:lnTo>
                    <a:pt x="196" y="1226"/>
                  </a:lnTo>
                  <a:lnTo>
                    <a:pt x="196" y="1329"/>
                  </a:lnTo>
                  <a:lnTo>
                    <a:pt x="93" y="1329"/>
                  </a:lnTo>
                  <a:lnTo>
                    <a:pt x="93" y="1226"/>
                  </a:lnTo>
                  <a:close/>
                  <a:moveTo>
                    <a:pt x="93" y="1034"/>
                  </a:moveTo>
                  <a:lnTo>
                    <a:pt x="196" y="1034"/>
                  </a:lnTo>
                  <a:lnTo>
                    <a:pt x="196" y="1137"/>
                  </a:lnTo>
                  <a:lnTo>
                    <a:pt x="93" y="1137"/>
                  </a:lnTo>
                  <a:lnTo>
                    <a:pt x="93" y="1034"/>
                  </a:lnTo>
                  <a:close/>
                  <a:moveTo>
                    <a:pt x="93" y="842"/>
                  </a:moveTo>
                  <a:lnTo>
                    <a:pt x="196" y="842"/>
                  </a:lnTo>
                  <a:lnTo>
                    <a:pt x="196" y="947"/>
                  </a:lnTo>
                  <a:lnTo>
                    <a:pt x="93" y="947"/>
                  </a:lnTo>
                  <a:lnTo>
                    <a:pt x="93" y="842"/>
                  </a:lnTo>
                  <a:close/>
                  <a:moveTo>
                    <a:pt x="93" y="652"/>
                  </a:moveTo>
                  <a:lnTo>
                    <a:pt x="196" y="652"/>
                  </a:lnTo>
                  <a:lnTo>
                    <a:pt x="196" y="755"/>
                  </a:lnTo>
                  <a:lnTo>
                    <a:pt x="93" y="755"/>
                  </a:lnTo>
                  <a:lnTo>
                    <a:pt x="93" y="652"/>
                  </a:lnTo>
                  <a:close/>
                  <a:moveTo>
                    <a:pt x="93" y="460"/>
                  </a:moveTo>
                  <a:lnTo>
                    <a:pt x="196" y="460"/>
                  </a:lnTo>
                  <a:lnTo>
                    <a:pt x="196" y="566"/>
                  </a:lnTo>
                  <a:lnTo>
                    <a:pt x="93" y="566"/>
                  </a:lnTo>
                  <a:lnTo>
                    <a:pt x="93" y="4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8" name="işḻîdê"/>
            <p:cNvSpPr/>
            <p:nvPr/>
          </p:nvSpPr>
          <p:spPr bwMode="auto">
            <a:xfrm>
              <a:off x="3008313" y="2128838"/>
              <a:ext cx="844550" cy="3994150"/>
            </a:xfrm>
            <a:custGeom>
              <a:avLst/>
              <a:gdLst>
                <a:gd name="T0" fmla="*/ 0 w 532"/>
                <a:gd name="T1" fmla="*/ 463 h 2516"/>
                <a:gd name="T2" fmla="*/ 0 w 532"/>
                <a:gd name="T3" fmla="*/ 2516 h 2516"/>
                <a:gd name="T4" fmla="*/ 532 w 532"/>
                <a:gd name="T5" fmla="*/ 2516 h 2516"/>
                <a:gd name="T6" fmla="*/ 532 w 532"/>
                <a:gd name="T7" fmla="*/ 463 h 2516"/>
                <a:gd name="T8" fmla="*/ 258 w 532"/>
                <a:gd name="T9" fmla="*/ 0 h 2516"/>
                <a:gd name="T10" fmla="*/ 0 w 532"/>
                <a:gd name="T11" fmla="*/ 463 h 2516"/>
                <a:gd name="T12" fmla="*/ 371 w 532"/>
                <a:gd name="T13" fmla="*/ 1832 h 2516"/>
                <a:gd name="T14" fmla="*/ 443 w 532"/>
                <a:gd name="T15" fmla="*/ 1832 h 2516"/>
                <a:gd name="T16" fmla="*/ 443 w 532"/>
                <a:gd name="T17" fmla="*/ 2139 h 2516"/>
                <a:gd name="T18" fmla="*/ 371 w 532"/>
                <a:gd name="T19" fmla="*/ 2139 h 2516"/>
                <a:gd name="T20" fmla="*/ 371 w 532"/>
                <a:gd name="T21" fmla="*/ 1832 h 2516"/>
                <a:gd name="T22" fmla="*/ 371 w 532"/>
                <a:gd name="T23" fmla="*/ 1432 h 2516"/>
                <a:gd name="T24" fmla="*/ 443 w 532"/>
                <a:gd name="T25" fmla="*/ 1432 h 2516"/>
                <a:gd name="T26" fmla="*/ 443 w 532"/>
                <a:gd name="T27" fmla="*/ 1739 h 2516"/>
                <a:gd name="T28" fmla="*/ 371 w 532"/>
                <a:gd name="T29" fmla="*/ 1739 h 2516"/>
                <a:gd name="T30" fmla="*/ 371 w 532"/>
                <a:gd name="T31" fmla="*/ 1432 h 2516"/>
                <a:gd name="T32" fmla="*/ 371 w 532"/>
                <a:gd name="T33" fmla="*/ 630 h 2516"/>
                <a:gd name="T34" fmla="*/ 443 w 532"/>
                <a:gd name="T35" fmla="*/ 630 h 2516"/>
                <a:gd name="T36" fmla="*/ 443 w 532"/>
                <a:gd name="T37" fmla="*/ 938 h 2516"/>
                <a:gd name="T38" fmla="*/ 371 w 532"/>
                <a:gd name="T39" fmla="*/ 938 h 2516"/>
                <a:gd name="T40" fmla="*/ 371 w 532"/>
                <a:gd name="T41" fmla="*/ 630 h 2516"/>
                <a:gd name="T42" fmla="*/ 230 w 532"/>
                <a:gd name="T43" fmla="*/ 1832 h 2516"/>
                <a:gd name="T44" fmla="*/ 302 w 532"/>
                <a:gd name="T45" fmla="*/ 1832 h 2516"/>
                <a:gd name="T46" fmla="*/ 302 w 532"/>
                <a:gd name="T47" fmla="*/ 2139 h 2516"/>
                <a:gd name="T48" fmla="*/ 230 w 532"/>
                <a:gd name="T49" fmla="*/ 2139 h 2516"/>
                <a:gd name="T50" fmla="*/ 230 w 532"/>
                <a:gd name="T51" fmla="*/ 1832 h 2516"/>
                <a:gd name="T52" fmla="*/ 230 w 532"/>
                <a:gd name="T53" fmla="*/ 1432 h 2516"/>
                <a:gd name="T54" fmla="*/ 302 w 532"/>
                <a:gd name="T55" fmla="*/ 1432 h 2516"/>
                <a:gd name="T56" fmla="*/ 302 w 532"/>
                <a:gd name="T57" fmla="*/ 1739 h 2516"/>
                <a:gd name="T58" fmla="*/ 230 w 532"/>
                <a:gd name="T59" fmla="*/ 1739 h 2516"/>
                <a:gd name="T60" fmla="*/ 230 w 532"/>
                <a:gd name="T61" fmla="*/ 1432 h 2516"/>
                <a:gd name="T62" fmla="*/ 230 w 532"/>
                <a:gd name="T63" fmla="*/ 1031 h 2516"/>
                <a:gd name="T64" fmla="*/ 302 w 532"/>
                <a:gd name="T65" fmla="*/ 1031 h 2516"/>
                <a:gd name="T66" fmla="*/ 302 w 532"/>
                <a:gd name="T67" fmla="*/ 1338 h 2516"/>
                <a:gd name="T68" fmla="*/ 230 w 532"/>
                <a:gd name="T69" fmla="*/ 1338 h 2516"/>
                <a:gd name="T70" fmla="*/ 230 w 532"/>
                <a:gd name="T71" fmla="*/ 1031 h 2516"/>
                <a:gd name="T72" fmla="*/ 230 w 532"/>
                <a:gd name="T73" fmla="*/ 630 h 2516"/>
                <a:gd name="T74" fmla="*/ 302 w 532"/>
                <a:gd name="T75" fmla="*/ 630 h 2516"/>
                <a:gd name="T76" fmla="*/ 302 w 532"/>
                <a:gd name="T77" fmla="*/ 938 h 2516"/>
                <a:gd name="T78" fmla="*/ 230 w 532"/>
                <a:gd name="T79" fmla="*/ 938 h 2516"/>
                <a:gd name="T80" fmla="*/ 230 w 532"/>
                <a:gd name="T81" fmla="*/ 630 h 2516"/>
                <a:gd name="T82" fmla="*/ 88 w 532"/>
                <a:gd name="T83" fmla="*/ 1832 h 2516"/>
                <a:gd name="T84" fmla="*/ 160 w 532"/>
                <a:gd name="T85" fmla="*/ 1832 h 2516"/>
                <a:gd name="T86" fmla="*/ 160 w 532"/>
                <a:gd name="T87" fmla="*/ 2139 h 2516"/>
                <a:gd name="T88" fmla="*/ 88 w 532"/>
                <a:gd name="T89" fmla="*/ 2139 h 2516"/>
                <a:gd name="T90" fmla="*/ 88 w 532"/>
                <a:gd name="T91" fmla="*/ 1832 h 2516"/>
                <a:gd name="T92" fmla="*/ 88 w 532"/>
                <a:gd name="T93" fmla="*/ 1031 h 2516"/>
                <a:gd name="T94" fmla="*/ 160 w 532"/>
                <a:gd name="T95" fmla="*/ 1031 h 2516"/>
                <a:gd name="T96" fmla="*/ 160 w 532"/>
                <a:gd name="T97" fmla="*/ 1338 h 2516"/>
                <a:gd name="T98" fmla="*/ 88 w 532"/>
                <a:gd name="T99" fmla="*/ 1338 h 2516"/>
                <a:gd name="T100" fmla="*/ 88 w 532"/>
                <a:gd name="T101" fmla="*/ 1031 h 2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2" h="2516">
                  <a:moveTo>
                    <a:pt x="0" y="463"/>
                  </a:moveTo>
                  <a:lnTo>
                    <a:pt x="0" y="2516"/>
                  </a:lnTo>
                  <a:lnTo>
                    <a:pt x="532" y="2516"/>
                  </a:lnTo>
                  <a:lnTo>
                    <a:pt x="532" y="463"/>
                  </a:lnTo>
                  <a:lnTo>
                    <a:pt x="258" y="0"/>
                  </a:lnTo>
                  <a:lnTo>
                    <a:pt x="0" y="463"/>
                  </a:lnTo>
                  <a:close/>
                  <a:moveTo>
                    <a:pt x="371" y="1832"/>
                  </a:moveTo>
                  <a:lnTo>
                    <a:pt x="443" y="1832"/>
                  </a:lnTo>
                  <a:lnTo>
                    <a:pt x="443" y="2139"/>
                  </a:lnTo>
                  <a:lnTo>
                    <a:pt x="371" y="2139"/>
                  </a:lnTo>
                  <a:lnTo>
                    <a:pt x="371" y="1832"/>
                  </a:lnTo>
                  <a:close/>
                  <a:moveTo>
                    <a:pt x="371" y="1432"/>
                  </a:moveTo>
                  <a:lnTo>
                    <a:pt x="443" y="1432"/>
                  </a:lnTo>
                  <a:lnTo>
                    <a:pt x="443" y="1739"/>
                  </a:lnTo>
                  <a:lnTo>
                    <a:pt x="371" y="1739"/>
                  </a:lnTo>
                  <a:lnTo>
                    <a:pt x="371" y="1432"/>
                  </a:lnTo>
                  <a:close/>
                  <a:moveTo>
                    <a:pt x="371" y="630"/>
                  </a:moveTo>
                  <a:lnTo>
                    <a:pt x="443" y="630"/>
                  </a:lnTo>
                  <a:lnTo>
                    <a:pt x="443" y="938"/>
                  </a:lnTo>
                  <a:lnTo>
                    <a:pt x="371" y="938"/>
                  </a:lnTo>
                  <a:lnTo>
                    <a:pt x="371" y="630"/>
                  </a:lnTo>
                  <a:close/>
                  <a:moveTo>
                    <a:pt x="230" y="1832"/>
                  </a:moveTo>
                  <a:lnTo>
                    <a:pt x="302" y="1832"/>
                  </a:lnTo>
                  <a:lnTo>
                    <a:pt x="302" y="2139"/>
                  </a:lnTo>
                  <a:lnTo>
                    <a:pt x="230" y="2139"/>
                  </a:lnTo>
                  <a:lnTo>
                    <a:pt x="230" y="1832"/>
                  </a:lnTo>
                  <a:close/>
                  <a:moveTo>
                    <a:pt x="230" y="1432"/>
                  </a:moveTo>
                  <a:lnTo>
                    <a:pt x="302" y="1432"/>
                  </a:lnTo>
                  <a:lnTo>
                    <a:pt x="302" y="1739"/>
                  </a:lnTo>
                  <a:lnTo>
                    <a:pt x="230" y="1739"/>
                  </a:lnTo>
                  <a:lnTo>
                    <a:pt x="230" y="1432"/>
                  </a:lnTo>
                  <a:close/>
                  <a:moveTo>
                    <a:pt x="230" y="1031"/>
                  </a:moveTo>
                  <a:lnTo>
                    <a:pt x="302" y="1031"/>
                  </a:lnTo>
                  <a:lnTo>
                    <a:pt x="302" y="1338"/>
                  </a:lnTo>
                  <a:lnTo>
                    <a:pt x="230" y="1338"/>
                  </a:lnTo>
                  <a:lnTo>
                    <a:pt x="230" y="1031"/>
                  </a:lnTo>
                  <a:close/>
                  <a:moveTo>
                    <a:pt x="230" y="630"/>
                  </a:moveTo>
                  <a:lnTo>
                    <a:pt x="302" y="630"/>
                  </a:lnTo>
                  <a:lnTo>
                    <a:pt x="302" y="938"/>
                  </a:lnTo>
                  <a:lnTo>
                    <a:pt x="230" y="938"/>
                  </a:lnTo>
                  <a:lnTo>
                    <a:pt x="230" y="630"/>
                  </a:lnTo>
                  <a:close/>
                  <a:moveTo>
                    <a:pt x="88" y="1832"/>
                  </a:moveTo>
                  <a:lnTo>
                    <a:pt x="160" y="1832"/>
                  </a:lnTo>
                  <a:lnTo>
                    <a:pt x="160" y="2139"/>
                  </a:lnTo>
                  <a:lnTo>
                    <a:pt x="88" y="2139"/>
                  </a:lnTo>
                  <a:lnTo>
                    <a:pt x="88" y="1832"/>
                  </a:lnTo>
                  <a:close/>
                  <a:moveTo>
                    <a:pt x="88" y="1031"/>
                  </a:moveTo>
                  <a:lnTo>
                    <a:pt x="160" y="1031"/>
                  </a:lnTo>
                  <a:lnTo>
                    <a:pt x="160" y="1338"/>
                  </a:lnTo>
                  <a:lnTo>
                    <a:pt x="88" y="1338"/>
                  </a:lnTo>
                  <a:lnTo>
                    <a:pt x="88" y="10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9" name="îṡḻïḍê"/>
            <p:cNvSpPr/>
            <p:nvPr/>
          </p:nvSpPr>
          <p:spPr bwMode="auto">
            <a:xfrm>
              <a:off x="2041526" y="3784600"/>
              <a:ext cx="844550" cy="2338388"/>
            </a:xfrm>
            <a:custGeom>
              <a:avLst/>
              <a:gdLst>
                <a:gd name="T0" fmla="*/ 0 w 532"/>
                <a:gd name="T1" fmla="*/ 384 h 1473"/>
                <a:gd name="T2" fmla="*/ 0 w 532"/>
                <a:gd name="T3" fmla="*/ 1473 h 1473"/>
                <a:gd name="T4" fmla="*/ 532 w 532"/>
                <a:gd name="T5" fmla="*/ 1473 h 1473"/>
                <a:gd name="T6" fmla="*/ 532 w 532"/>
                <a:gd name="T7" fmla="*/ 384 h 1473"/>
                <a:gd name="T8" fmla="*/ 465 w 532"/>
                <a:gd name="T9" fmla="*/ 384 h 1473"/>
                <a:gd name="T10" fmla="*/ 465 w 532"/>
                <a:gd name="T11" fmla="*/ 283 h 1473"/>
                <a:gd name="T12" fmla="*/ 388 w 532"/>
                <a:gd name="T13" fmla="*/ 283 h 1473"/>
                <a:gd name="T14" fmla="*/ 388 w 532"/>
                <a:gd name="T15" fmla="*/ 0 h 1473"/>
                <a:gd name="T16" fmla="*/ 143 w 532"/>
                <a:gd name="T17" fmla="*/ 0 h 1473"/>
                <a:gd name="T18" fmla="*/ 143 w 532"/>
                <a:gd name="T19" fmla="*/ 283 h 1473"/>
                <a:gd name="T20" fmla="*/ 67 w 532"/>
                <a:gd name="T21" fmla="*/ 283 h 1473"/>
                <a:gd name="T22" fmla="*/ 67 w 532"/>
                <a:gd name="T23" fmla="*/ 384 h 1473"/>
                <a:gd name="T24" fmla="*/ 0 w 532"/>
                <a:gd name="T25" fmla="*/ 384 h 1473"/>
                <a:gd name="T26" fmla="*/ 362 w 532"/>
                <a:gd name="T27" fmla="*/ 1029 h 1473"/>
                <a:gd name="T28" fmla="*/ 457 w 532"/>
                <a:gd name="T29" fmla="*/ 1029 h 1473"/>
                <a:gd name="T30" fmla="*/ 457 w 532"/>
                <a:gd name="T31" fmla="*/ 1137 h 1473"/>
                <a:gd name="T32" fmla="*/ 362 w 532"/>
                <a:gd name="T33" fmla="*/ 1137 h 1473"/>
                <a:gd name="T34" fmla="*/ 362 w 532"/>
                <a:gd name="T35" fmla="*/ 1029 h 1473"/>
                <a:gd name="T36" fmla="*/ 362 w 532"/>
                <a:gd name="T37" fmla="*/ 681 h 1473"/>
                <a:gd name="T38" fmla="*/ 457 w 532"/>
                <a:gd name="T39" fmla="*/ 681 h 1473"/>
                <a:gd name="T40" fmla="*/ 457 w 532"/>
                <a:gd name="T41" fmla="*/ 792 h 1473"/>
                <a:gd name="T42" fmla="*/ 362 w 532"/>
                <a:gd name="T43" fmla="*/ 792 h 1473"/>
                <a:gd name="T44" fmla="*/ 362 w 532"/>
                <a:gd name="T45" fmla="*/ 681 h 1473"/>
                <a:gd name="T46" fmla="*/ 362 w 532"/>
                <a:gd name="T47" fmla="*/ 509 h 1473"/>
                <a:gd name="T48" fmla="*/ 457 w 532"/>
                <a:gd name="T49" fmla="*/ 509 h 1473"/>
                <a:gd name="T50" fmla="*/ 457 w 532"/>
                <a:gd name="T51" fmla="*/ 619 h 1473"/>
                <a:gd name="T52" fmla="*/ 362 w 532"/>
                <a:gd name="T53" fmla="*/ 619 h 1473"/>
                <a:gd name="T54" fmla="*/ 362 w 532"/>
                <a:gd name="T55" fmla="*/ 509 h 1473"/>
                <a:gd name="T56" fmla="*/ 218 w 532"/>
                <a:gd name="T57" fmla="*/ 854 h 1473"/>
                <a:gd name="T58" fmla="*/ 314 w 532"/>
                <a:gd name="T59" fmla="*/ 854 h 1473"/>
                <a:gd name="T60" fmla="*/ 314 w 532"/>
                <a:gd name="T61" fmla="*/ 964 h 1473"/>
                <a:gd name="T62" fmla="*/ 218 w 532"/>
                <a:gd name="T63" fmla="*/ 964 h 1473"/>
                <a:gd name="T64" fmla="*/ 218 w 532"/>
                <a:gd name="T65" fmla="*/ 854 h 1473"/>
                <a:gd name="T66" fmla="*/ 218 w 532"/>
                <a:gd name="T67" fmla="*/ 681 h 1473"/>
                <a:gd name="T68" fmla="*/ 314 w 532"/>
                <a:gd name="T69" fmla="*/ 681 h 1473"/>
                <a:gd name="T70" fmla="*/ 314 w 532"/>
                <a:gd name="T71" fmla="*/ 792 h 1473"/>
                <a:gd name="T72" fmla="*/ 218 w 532"/>
                <a:gd name="T73" fmla="*/ 792 h 1473"/>
                <a:gd name="T74" fmla="*/ 218 w 532"/>
                <a:gd name="T75" fmla="*/ 681 h 1473"/>
                <a:gd name="T76" fmla="*/ 218 w 532"/>
                <a:gd name="T77" fmla="*/ 509 h 1473"/>
                <a:gd name="T78" fmla="*/ 314 w 532"/>
                <a:gd name="T79" fmla="*/ 509 h 1473"/>
                <a:gd name="T80" fmla="*/ 314 w 532"/>
                <a:gd name="T81" fmla="*/ 619 h 1473"/>
                <a:gd name="T82" fmla="*/ 218 w 532"/>
                <a:gd name="T83" fmla="*/ 619 h 1473"/>
                <a:gd name="T84" fmla="*/ 218 w 532"/>
                <a:gd name="T85" fmla="*/ 509 h 1473"/>
                <a:gd name="T86" fmla="*/ 74 w 532"/>
                <a:gd name="T87" fmla="*/ 1029 h 1473"/>
                <a:gd name="T88" fmla="*/ 170 w 532"/>
                <a:gd name="T89" fmla="*/ 1029 h 1473"/>
                <a:gd name="T90" fmla="*/ 170 w 532"/>
                <a:gd name="T91" fmla="*/ 1137 h 1473"/>
                <a:gd name="T92" fmla="*/ 74 w 532"/>
                <a:gd name="T93" fmla="*/ 1137 h 1473"/>
                <a:gd name="T94" fmla="*/ 74 w 532"/>
                <a:gd name="T95" fmla="*/ 1029 h 1473"/>
                <a:gd name="T96" fmla="*/ 74 w 532"/>
                <a:gd name="T97" fmla="*/ 854 h 1473"/>
                <a:gd name="T98" fmla="*/ 170 w 532"/>
                <a:gd name="T99" fmla="*/ 854 h 1473"/>
                <a:gd name="T100" fmla="*/ 170 w 532"/>
                <a:gd name="T101" fmla="*/ 964 h 1473"/>
                <a:gd name="T102" fmla="*/ 74 w 532"/>
                <a:gd name="T103" fmla="*/ 964 h 1473"/>
                <a:gd name="T104" fmla="*/ 74 w 532"/>
                <a:gd name="T105" fmla="*/ 854 h 1473"/>
                <a:gd name="T106" fmla="*/ 74 w 532"/>
                <a:gd name="T107" fmla="*/ 681 h 1473"/>
                <a:gd name="T108" fmla="*/ 170 w 532"/>
                <a:gd name="T109" fmla="*/ 681 h 1473"/>
                <a:gd name="T110" fmla="*/ 170 w 532"/>
                <a:gd name="T111" fmla="*/ 792 h 1473"/>
                <a:gd name="T112" fmla="*/ 74 w 532"/>
                <a:gd name="T113" fmla="*/ 792 h 1473"/>
                <a:gd name="T114" fmla="*/ 74 w 532"/>
                <a:gd name="T115" fmla="*/ 681 h 1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2" h="1473">
                  <a:moveTo>
                    <a:pt x="0" y="384"/>
                  </a:moveTo>
                  <a:lnTo>
                    <a:pt x="0" y="1473"/>
                  </a:lnTo>
                  <a:lnTo>
                    <a:pt x="532" y="1473"/>
                  </a:lnTo>
                  <a:lnTo>
                    <a:pt x="532" y="384"/>
                  </a:lnTo>
                  <a:lnTo>
                    <a:pt x="465" y="384"/>
                  </a:lnTo>
                  <a:lnTo>
                    <a:pt x="465" y="283"/>
                  </a:lnTo>
                  <a:lnTo>
                    <a:pt x="388" y="283"/>
                  </a:lnTo>
                  <a:lnTo>
                    <a:pt x="388" y="0"/>
                  </a:lnTo>
                  <a:lnTo>
                    <a:pt x="143" y="0"/>
                  </a:lnTo>
                  <a:lnTo>
                    <a:pt x="143" y="283"/>
                  </a:lnTo>
                  <a:lnTo>
                    <a:pt x="67" y="283"/>
                  </a:lnTo>
                  <a:lnTo>
                    <a:pt x="67" y="384"/>
                  </a:lnTo>
                  <a:lnTo>
                    <a:pt x="0" y="384"/>
                  </a:lnTo>
                  <a:close/>
                  <a:moveTo>
                    <a:pt x="362" y="1029"/>
                  </a:moveTo>
                  <a:lnTo>
                    <a:pt x="457" y="1029"/>
                  </a:lnTo>
                  <a:lnTo>
                    <a:pt x="457" y="1137"/>
                  </a:lnTo>
                  <a:lnTo>
                    <a:pt x="362" y="1137"/>
                  </a:lnTo>
                  <a:lnTo>
                    <a:pt x="362" y="1029"/>
                  </a:lnTo>
                  <a:close/>
                  <a:moveTo>
                    <a:pt x="362" y="681"/>
                  </a:moveTo>
                  <a:lnTo>
                    <a:pt x="457" y="681"/>
                  </a:lnTo>
                  <a:lnTo>
                    <a:pt x="457" y="792"/>
                  </a:lnTo>
                  <a:lnTo>
                    <a:pt x="362" y="792"/>
                  </a:lnTo>
                  <a:lnTo>
                    <a:pt x="362" y="681"/>
                  </a:lnTo>
                  <a:close/>
                  <a:moveTo>
                    <a:pt x="362" y="509"/>
                  </a:moveTo>
                  <a:lnTo>
                    <a:pt x="457" y="509"/>
                  </a:lnTo>
                  <a:lnTo>
                    <a:pt x="457" y="619"/>
                  </a:lnTo>
                  <a:lnTo>
                    <a:pt x="362" y="619"/>
                  </a:lnTo>
                  <a:lnTo>
                    <a:pt x="362" y="509"/>
                  </a:lnTo>
                  <a:close/>
                  <a:moveTo>
                    <a:pt x="218" y="854"/>
                  </a:moveTo>
                  <a:lnTo>
                    <a:pt x="314" y="854"/>
                  </a:lnTo>
                  <a:lnTo>
                    <a:pt x="314" y="964"/>
                  </a:lnTo>
                  <a:lnTo>
                    <a:pt x="218" y="964"/>
                  </a:lnTo>
                  <a:lnTo>
                    <a:pt x="218" y="854"/>
                  </a:lnTo>
                  <a:close/>
                  <a:moveTo>
                    <a:pt x="218" y="681"/>
                  </a:moveTo>
                  <a:lnTo>
                    <a:pt x="314" y="681"/>
                  </a:lnTo>
                  <a:lnTo>
                    <a:pt x="314" y="792"/>
                  </a:lnTo>
                  <a:lnTo>
                    <a:pt x="218" y="792"/>
                  </a:lnTo>
                  <a:lnTo>
                    <a:pt x="218" y="681"/>
                  </a:lnTo>
                  <a:close/>
                  <a:moveTo>
                    <a:pt x="218" y="509"/>
                  </a:moveTo>
                  <a:lnTo>
                    <a:pt x="314" y="509"/>
                  </a:lnTo>
                  <a:lnTo>
                    <a:pt x="314" y="619"/>
                  </a:lnTo>
                  <a:lnTo>
                    <a:pt x="218" y="619"/>
                  </a:lnTo>
                  <a:lnTo>
                    <a:pt x="218" y="509"/>
                  </a:lnTo>
                  <a:close/>
                  <a:moveTo>
                    <a:pt x="74" y="1029"/>
                  </a:moveTo>
                  <a:lnTo>
                    <a:pt x="170" y="1029"/>
                  </a:lnTo>
                  <a:lnTo>
                    <a:pt x="170" y="1137"/>
                  </a:lnTo>
                  <a:lnTo>
                    <a:pt x="74" y="1137"/>
                  </a:lnTo>
                  <a:lnTo>
                    <a:pt x="74" y="1029"/>
                  </a:lnTo>
                  <a:close/>
                  <a:moveTo>
                    <a:pt x="74" y="854"/>
                  </a:moveTo>
                  <a:lnTo>
                    <a:pt x="170" y="854"/>
                  </a:lnTo>
                  <a:lnTo>
                    <a:pt x="170" y="964"/>
                  </a:lnTo>
                  <a:lnTo>
                    <a:pt x="74" y="964"/>
                  </a:lnTo>
                  <a:lnTo>
                    <a:pt x="74" y="854"/>
                  </a:lnTo>
                  <a:close/>
                  <a:moveTo>
                    <a:pt x="74" y="681"/>
                  </a:moveTo>
                  <a:lnTo>
                    <a:pt x="170" y="681"/>
                  </a:lnTo>
                  <a:lnTo>
                    <a:pt x="170" y="792"/>
                  </a:lnTo>
                  <a:lnTo>
                    <a:pt x="74" y="792"/>
                  </a:lnTo>
                  <a:lnTo>
                    <a:pt x="74" y="6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60" name="iṧlïḋe"/>
            <p:cNvSpPr/>
            <p:nvPr/>
          </p:nvSpPr>
          <p:spPr bwMode="auto">
            <a:xfrm>
              <a:off x="4940301" y="3128963"/>
              <a:ext cx="846138" cy="2994025"/>
            </a:xfrm>
            <a:custGeom>
              <a:avLst/>
              <a:gdLst>
                <a:gd name="T0" fmla="*/ 0 w 533"/>
                <a:gd name="T1" fmla="*/ 1886 h 1886"/>
                <a:gd name="T2" fmla="*/ 533 w 533"/>
                <a:gd name="T3" fmla="*/ 92 h 1886"/>
                <a:gd name="T4" fmla="*/ 487 w 533"/>
                <a:gd name="T5" fmla="*/ 0 h 1886"/>
                <a:gd name="T6" fmla="*/ 202 w 533"/>
                <a:gd name="T7" fmla="*/ 92 h 1886"/>
                <a:gd name="T8" fmla="*/ 310 w 533"/>
                <a:gd name="T9" fmla="*/ 1466 h 1886"/>
                <a:gd name="T10" fmla="*/ 456 w 533"/>
                <a:gd name="T11" fmla="*/ 1517 h 1886"/>
                <a:gd name="T12" fmla="*/ 310 w 533"/>
                <a:gd name="T13" fmla="*/ 1466 h 1886"/>
                <a:gd name="T14" fmla="*/ 456 w 533"/>
                <a:gd name="T15" fmla="*/ 1346 h 1886"/>
                <a:gd name="T16" fmla="*/ 310 w 533"/>
                <a:gd name="T17" fmla="*/ 1397 h 1886"/>
                <a:gd name="T18" fmla="*/ 310 w 533"/>
                <a:gd name="T19" fmla="*/ 1226 h 1886"/>
                <a:gd name="T20" fmla="*/ 456 w 533"/>
                <a:gd name="T21" fmla="*/ 1277 h 1886"/>
                <a:gd name="T22" fmla="*/ 310 w 533"/>
                <a:gd name="T23" fmla="*/ 1226 h 1886"/>
                <a:gd name="T24" fmla="*/ 456 w 533"/>
                <a:gd name="T25" fmla="*/ 1106 h 1886"/>
                <a:gd name="T26" fmla="*/ 310 w 533"/>
                <a:gd name="T27" fmla="*/ 1157 h 1886"/>
                <a:gd name="T28" fmla="*/ 310 w 533"/>
                <a:gd name="T29" fmla="*/ 866 h 1886"/>
                <a:gd name="T30" fmla="*/ 456 w 533"/>
                <a:gd name="T31" fmla="*/ 917 h 1886"/>
                <a:gd name="T32" fmla="*/ 310 w 533"/>
                <a:gd name="T33" fmla="*/ 866 h 1886"/>
                <a:gd name="T34" fmla="*/ 456 w 533"/>
                <a:gd name="T35" fmla="*/ 747 h 1886"/>
                <a:gd name="T36" fmla="*/ 310 w 533"/>
                <a:gd name="T37" fmla="*/ 797 h 1886"/>
                <a:gd name="T38" fmla="*/ 310 w 533"/>
                <a:gd name="T39" fmla="*/ 627 h 1886"/>
                <a:gd name="T40" fmla="*/ 456 w 533"/>
                <a:gd name="T41" fmla="*/ 677 h 1886"/>
                <a:gd name="T42" fmla="*/ 310 w 533"/>
                <a:gd name="T43" fmla="*/ 627 h 1886"/>
                <a:gd name="T44" fmla="*/ 456 w 533"/>
                <a:gd name="T45" fmla="*/ 507 h 1886"/>
                <a:gd name="T46" fmla="*/ 310 w 533"/>
                <a:gd name="T47" fmla="*/ 557 h 1886"/>
                <a:gd name="T48" fmla="*/ 310 w 533"/>
                <a:gd name="T49" fmla="*/ 267 h 1886"/>
                <a:gd name="T50" fmla="*/ 456 w 533"/>
                <a:gd name="T51" fmla="*/ 317 h 1886"/>
                <a:gd name="T52" fmla="*/ 310 w 533"/>
                <a:gd name="T53" fmla="*/ 267 h 1886"/>
                <a:gd name="T54" fmla="*/ 223 w 533"/>
                <a:gd name="T55" fmla="*/ 1586 h 1886"/>
                <a:gd name="T56" fmla="*/ 77 w 533"/>
                <a:gd name="T57" fmla="*/ 1637 h 1886"/>
                <a:gd name="T58" fmla="*/ 77 w 533"/>
                <a:gd name="T59" fmla="*/ 1466 h 1886"/>
                <a:gd name="T60" fmla="*/ 223 w 533"/>
                <a:gd name="T61" fmla="*/ 1517 h 1886"/>
                <a:gd name="T62" fmla="*/ 77 w 533"/>
                <a:gd name="T63" fmla="*/ 1466 h 1886"/>
                <a:gd name="T64" fmla="*/ 223 w 533"/>
                <a:gd name="T65" fmla="*/ 1226 h 1886"/>
                <a:gd name="T66" fmla="*/ 77 w 533"/>
                <a:gd name="T67" fmla="*/ 1277 h 1886"/>
                <a:gd name="T68" fmla="*/ 77 w 533"/>
                <a:gd name="T69" fmla="*/ 986 h 1886"/>
                <a:gd name="T70" fmla="*/ 223 w 533"/>
                <a:gd name="T71" fmla="*/ 1037 h 1886"/>
                <a:gd name="T72" fmla="*/ 77 w 533"/>
                <a:gd name="T73" fmla="*/ 986 h 1886"/>
                <a:gd name="T74" fmla="*/ 223 w 533"/>
                <a:gd name="T75" fmla="*/ 866 h 1886"/>
                <a:gd name="T76" fmla="*/ 77 w 533"/>
                <a:gd name="T77" fmla="*/ 917 h 1886"/>
                <a:gd name="T78" fmla="*/ 77 w 533"/>
                <a:gd name="T79" fmla="*/ 627 h 1886"/>
                <a:gd name="T80" fmla="*/ 223 w 533"/>
                <a:gd name="T81" fmla="*/ 677 h 1886"/>
                <a:gd name="T82" fmla="*/ 77 w 533"/>
                <a:gd name="T83" fmla="*/ 627 h 1886"/>
                <a:gd name="T84" fmla="*/ 223 w 533"/>
                <a:gd name="T85" fmla="*/ 387 h 1886"/>
                <a:gd name="T86" fmla="*/ 77 w 533"/>
                <a:gd name="T87" fmla="*/ 437 h 1886"/>
                <a:gd name="T88" fmla="*/ 77 w 533"/>
                <a:gd name="T89" fmla="*/ 267 h 1886"/>
                <a:gd name="T90" fmla="*/ 223 w 533"/>
                <a:gd name="T91" fmla="*/ 317 h 1886"/>
                <a:gd name="T92" fmla="*/ 77 w 533"/>
                <a:gd name="T93" fmla="*/ 267 h 1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3" h="1886">
                  <a:moveTo>
                    <a:pt x="0" y="92"/>
                  </a:moveTo>
                  <a:lnTo>
                    <a:pt x="0" y="1886"/>
                  </a:lnTo>
                  <a:lnTo>
                    <a:pt x="533" y="1886"/>
                  </a:lnTo>
                  <a:lnTo>
                    <a:pt x="533" y="92"/>
                  </a:lnTo>
                  <a:lnTo>
                    <a:pt x="487" y="92"/>
                  </a:lnTo>
                  <a:lnTo>
                    <a:pt x="487" y="0"/>
                  </a:lnTo>
                  <a:lnTo>
                    <a:pt x="202" y="0"/>
                  </a:lnTo>
                  <a:lnTo>
                    <a:pt x="202" y="92"/>
                  </a:lnTo>
                  <a:lnTo>
                    <a:pt x="0" y="92"/>
                  </a:lnTo>
                  <a:close/>
                  <a:moveTo>
                    <a:pt x="310" y="1466"/>
                  </a:moveTo>
                  <a:lnTo>
                    <a:pt x="456" y="1466"/>
                  </a:lnTo>
                  <a:lnTo>
                    <a:pt x="456" y="1517"/>
                  </a:lnTo>
                  <a:lnTo>
                    <a:pt x="310" y="1517"/>
                  </a:lnTo>
                  <a:lnTo>
                    <a:pt x="310" y="1466"/>
                  </a:lnTo>
                  <a:close/>
                  <a:moveTo>
                    <a:pt x="310" y="1346"/>
                  </a:moveTo>
                  <a:lnTo>
                    <a:pt x="456" y="1346"/>
                  </a:lnTo>
                  <a:lnTo>
                    <a:pt x="456" y="1397"/>
                  </a:lnTo>
                  <a:lnTo>
                    <a:pt x="310" y="1397"/>
                  </a:lnTo>
                  <a:lnTo>
                    <a:pt x="310" y="1346"/>
                  </a:lnTo>
                  <a:close/>
                  <a:moveTo>
                    <a:pt x="310" y="1226"/>
                  </a:moveTo>
                  <a:lnTo>
                    <a:pt x="456" y="1226"/>
                  </a:lnTo>
                  <a:lnTo>
                    <a:pt x="456" y="1277"/>
                  </a:lnTo>
                  <a:lnTo>
                    <a:pt x="310" y="1277"/>
                  </a:lnTo>
                  <a:lnTo>
                    <a:pt x="310" y="1226"/>
                  </a:lnTo>
                  <a:close/>
                  <a:moveTo>
                    <a:pt x="310" y="1106"/>
                  </a:moveTo>
                  <a:lnTo>
                    <a:pt x="456" y="1106"/>
                  </a:lnTo>
                  <a:lnTo>
                    <a:pt x="456" y="1157"/>
                  </a:lnTo>
                  <a:lnTo>
                    <a:pt x="310" y="1157"/>
                  </a:lnTo>
                  <a:lnTo>
                    <a:pt x="310" y="1106"/>
                  </a:lnTo>
                  <a:close/>
                  <a:moveTo>
                    <a:pt x="310" y="866"/>
                  </a:moveTo>
                  <a:lnTo>
                    <a:pt x="456" y="866"/>
                  </a:lnTo>
                  <a:lnTo>
                    <a:pt x="456" y="917"/>
                  </a:lnTo>
                  <a:lnTo>
                    <a:pt x="310" y="917"/>
                  </a:lnTo>
                  <a:lnTo>
                    <a:pt x="310" y="866"/>
                  </a:lnTo>
                  <a:close/>
                  <a:moveTo>
                    <a:pt x="310" y="747"/>
                  </a:moveTo>
                  <a:lnTo>
                    <a:pt x="456" y="747"/>
                  </a:lnTo>
                  <a:lnTo>
                    <a:pt x="456" y="797"/>
                  </a:lnTo>
                  <a:lnTo>
                    <a:pt x="310" y="797"/>
                  </a:lnTo>
                  <a:lnTo>
                    <a:pt x="310" y="747"/>
                  </a:lnTo>
                  <a:close/>
                  <a:moveTo>
                    <a:pt x="310" y="627"/>
                  </a:moveTo>
                  <a:lnTo>
                    <a:pt x="456" y="627"/>
                  </a:lnTo>
                  <a:lnTo>
                    <a:pt x="456" y="677"/>
                  </a:lnTo>
                  <a:lnTo>
                    <a:pt x="310" y="677"/>
                  </a:lnTo>
                  <a:lnTo>
                    <a:pt x="310" y="627"/>
                  </a:lnTo>
                  <a:close/>
                  <a:moveTo>
                    <a:pt x="310" y="507"/>
                  </a:moveTo>
                  <a:lnTo>
                    <a:pt x="456" y="507"/>
                  </a:lnTo>
                  <a:lnTo>
                    <a:pt x="456" y="557"/>
                  </a:lnTo>
                  <a:lnTo>
                    <a:pt x="310" y="557"/>
                  </a:lnTo>
                  <a:lnTo>
                    <a:pt x="310" y="507"/>
                  </a:lnTo>
                  <a:close/>
                  <a:moveTo>
                    <a:pt x="310" y="267"/>
                  </a:moveTo>
                  <a:lnTo>
                    <a:pt x="456" y="267"/>
                  </a:lnTo>
                  <a:lnTo>
                    <a:pt x="456" y="317"/>
                  </a:lnTo>
                  <a:lnTo>
                    <a:pt x="310" y="317"/>
                  </a:lnTo>
                  <a:lnTo>
                    <a:pt x="310" y="267"/>
                  </a:lnTo>
                  <a:close/>
                  <a:moveTo>
                    <a:pt x="77" y="1586"/>
                  </a:moveTo>
                  <a:lnTo>
                    <a:pt x="223" y="1586"/>
                  </a:lnTo>
                  <a:lnTo>
                    <a:pt x="223" y="1637"/>
                  </a:lnTo>
                  <a:lnTo>
                    <a:pt x="77" y="1637"/>
                  </a:lnTo>
                  <a:lnTo>
                    <a:pt x="77" y="1586"/>
                  </a:lnTo>
                  <a:close/>
                  <a:moveTo>
                    <a:pt x="77" y="1466"/>
                  </a:moveTo>
                  <a:lnTo>
                    <a:pt x="223" y="1466"/>
                  </a:lnTo>
                  <a:lnTo>
                    <a:pt x="223" y="1517"/>
                  </a:lnTo>
                  <a:lnTo>
                    <a:pt x="77" y="1517"/>
                  </a:lnTo>
                  <a:lnTo>
                    <a:pt x="77" y="1466"/>
                  </a:lnTo>
                  <a:close/>
                  <a:moveTo>
                    <a:pt x="77" y="1226"/>
                  </a:moveTo>
                  <a:lnTo>
                    <a:pt x="223" y="1226"/>
                  </a:lnTo>
                  <a:lnTo>
                    <a:pt x="223" y="1277"/>
                  </a:lnTo>
                  <a:lnTo>
                    <a:pt x="77" y="1277"/>
                  </a:lnTo>
                  <a:lnTo>
                    <a:pt x="77" y="1226"/>
                  </a:lnTo>
                  <a:close/>
                  <a:moveTo>
                    <a:pt x="77" y="986"/>
                  </a:moveTo>
                  <a:lnTo>
                    <a:pt x="223" y="986"/>
                  </a:lnTo>
                  <a:lnTo>
                    <a:pt x="223" y="1037"/>
                  </a:lnTo>
                  <a:lnTo>
                    <a:pt x="77" y="1037"/>
                  </a:lnTo>
                  <a:lnTo>
                    <a:pt x="77" y="986"/>
                  </a:lnTo>
                  <a:close/>
                  <a:moveTo>
                    <a:pt x="77" y="866"/>
                  </a:moveTo>
                  <a:lnTo>
                    <a:pt x="223" y="866"/>
                  </a:lnTo>
                  <a:lnTo>
                    <a:pt x="223" y="917"/>
                  </a:lnTo>
                  <a:lnTo>
                    <a:pt x="77" y="917"/>
                  </a:lnTo>
                  <a:lnTo>
                    <a:pt x="77" y="866"/>
                  </a:lnTo>
                  <a:close/>
                  <a:moveTo>
                    <a:pt x="77" y="627"/>
                  </a:moveTo>
                  <a:lnTo>
                    <a:pt x="223" y="627"/>
                  </a:lnTo>
                  <a:lnTo>
                    <a:pt x="223" y="677"/>
                  </a:lnTo>
                  <a:lnTo>
                    <a:pt x="77" y="677"/>
                  </a:lnTo>
                  <a:lnTo>
                    <a:pt x="77" y="627"/>
                  </a:lnTo>
                  <a:close/>
                  <a:moveTo>
                    <a:pt x="77" y="387"/>
                  </a:moveTo>
                  <a:lnTo>
                    <a:pt x="223" y="387"/>
                  </a:lnTo>
                  <a:lnTo>
                    <a:pt x="223" y="437"/>
                  </a:lnTo>
                  <a:lnTo>
                    <a:pt x="77" y="437"/>
                  </a:lnTo>
                  <a:lnTo>
                    <a:pt x="77" y="387"/>
                  </a:lnTo>
                  <a:close/>
                  <a:moveTo>
                    <a:pt x="77" y="267"/>
                  </a:moveTo>
                  <a:lnTo>
                    <a:pt x="223" y="267"/>
                  </a:lnTo>
                  <a:lnTo>
                    <a:pt x="223" y="317"/>
                  </a:lnTo>
                  <a:lnTo>
                    <a:pt x="77" y="317"/>
                  </a:lnTo>
                  <a:lnTo>
                    <a:pt x="7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61" name="íS1ïďe"/>
            <p:cNvSpPr/>
            <p:nvPr/>
          </p:nvSpPr>
          <p:spPr bwMode="auto">
            <a:xfrm>
              <a:off x="3973513" y="3460750"/>
              <a:ext cx="846138" cy="2662238"/>
            </a:xfrm>
            <a:custGeom>
              <a:avLst/>
              <a:gdLst>
                <a:gd name="T0" fmla="*/ 0 w 533"/>
                <a:gd name="T1" fmla="*/ 1677 h 1677"/>
                <a:gd name="T2" fmla="*/ 533 w 533"/>
                <a:gd name="T3" fmla="*/ 204 h 1677"/>
                <a:gd name="T4" fmla="*/ 437 w 533"/>
                <a:gd name="T5" fmla="*/ 0 h 1677"/>
                <a:gd name="T6" fmla="*/ 329 w 533"/>
                <a:gd name="T7" fmla="*/ 204 h 1677"/>
                <a:gd name="T8" fmla="*/ 401 w 533"/>
                <a:gd name="T9" fmla="*/ 1252 h 1677"/>
                <a:gd name="T10" fmla="*/ 473 w 533"/>
                <a:gd name="T11" fmla="*/ 1324 h 1677"/>
                <a:gd name="T12" fmla="*/ 401 w 533"/>
                <a:gd name="T13" fmla="*/ 1252 h 1677"/>
                <a:gd name="T14" fmla="*/ 473 w 533"/>
                <a:gd name="T15" fmla="*/ 1104 h 1677"/>
                <a:gd name="T16" fmla="*/ 401 w 533"/>
                <a:gd name="T17" fmla="*/ 1176 h 1677"/>
                <a:gd name="T18" fmla="*/ 401 w 533"/>
                <a:gd name="T19" fmla="*/ 957 h 1677"/>
                <a:gd name="T20" fmla="*/ 473 w 533"/>
                <a:gd name="T21" fmla="*/ 1029 h 1677"/>
                <a:gd name="T22" fmla="*/ 401 w 533"/>
                <a:gd name="T23" fmla="*/ 957 h 1677"/>
                <a:gd name="T24" fmla="*/ 473 w 533"/>
                <a:gd name="T25" fmla="*/ 811 h 1677"/>
                <a:gd name="T26" fmla="*/ 401 w 533"/>
                <a:gd name="T27" fmla="*/ 883 h 1677"/>
                <a:gd name="T28" fmla="*/ 401 w 533"/>
                <a:gd name="T29" fmla="*/ 662 h 1677"/>
                <a:gd name="T30" fmla="*/ 473 w 533"/>
                <a:gd name="T31" fmla="*/ 734 h 1677"/>
                <a:gd name="T32" fmla="*/ 401 w 533"/>
                <a:gd name="T33" fmla="*/ 662 h 1677"/>
                <a:gd name="T34" fmla="*/ 473 w 533"/>
                <a:gd name="T35" fmla="*/ 516 h 1677"/>
                <a:gd name="T36" fmla="*/ 401 w 533"/>
                <a:gd name="T37" fmla="*/ 588 h 1677"/>
                <a:gd name="T38" fmla="*/ 288 w 533"/>
                <a:gd name="T39" fmla="*/ 1104 h 1677"/>
                <a:gd name="T40" fmla="*/ 360 w 533"/>
                <a:gd name="T41" fmla="*/ 1176 h 1677"/>
                <a:gd name="T42" fmla="*/ 288 w 533"/>
                <a:gd name="T43" fmla="*/ 1104 h 1677"/>
                <a:gd name="T44" fmla="*/ 360 w 533"/>
                <a:gd name="T45" fmla="*/ 957 h 1677"/>
                <a:gd name="T46" fmla="*/ 288 w 533"/>
                <a:gd name="T47" fmla="*/ 1029 h 1677"/>
                <a:gd name="T48" fmla="*/ 288 w 533"/>
                <a:gd name="T49" fmla="*/ 662 h 1677"/>
                <a:gd name="T50" fmla="*/ 360 w 533"/>
                <a:gd name="T51" fmla="*/ 734 h 1677"/>
                <a:gd name="T52" fmla="*/ 288 w 533"/>
                <a:gd name="T53" fmla="*/ 662 h 1677"/>
                <a:gd name="T54" fmla="*/ 360 w 533"/>
                <a:gd name="T55" fmla="*/ 516 h 1677"/>
                <a:gd name="T56" fmla="*/ 288 w 533"/>
                <a:gd name="T57" fmla="*/ 588 h 1677"/>
                <a:gd name="T58" fmla="*/ 288 w 533"/>
                <a:gd name="T59" fmla="*/ 370 h 1677"/>
                <a:gd name="T60" fmla="*/ 360 w 533"/>
                <a:gd name="T61" fmla="*/ 442 h 1677"/>
                <a:gd name="T62" fmla="*/ 288 w 533"/>
                <a:gd name="T63" fmla="*/ 370 h 1677"/>
                <a:gd name="T64" fmla="*/ 245 w 533"/>
                <a:gd name="T65" fmla="*/ 1252 h 1677"/>
                <a:gd name="T66" fmla="*/ 173 w 533"/>
                <a:gd name="T67" fmla="*/ 1324 h 1677"/>
                <a:gd name="T68" fmla="*/ 173 w 533"/>
                <a:gd name="T69" fmla="*/ 1104 h 1677"/>
                <a:gd name="T70" fmla="*/ 245 w 533"/>
                <a:gd name="T71" fmla="*/ 1176 h 1677"/>
                <a:gd name="T72" fmla="*/ 173 w 533"/>
                <a:gd name="T73" fmla="*/ 1104 h 1677"/>
                <a:gd name="T74" fmla="*/ 245 w 533"/>
                <a:gd name="T75" fmla="*/ 811 h 1677"/>
                <a:gd name="T76" fmla="*/ 173 w 533"/>
                <a:gd name="T77" fmla="*/ 883 h 1677"/>
                <a:gd name="T78" fmla="*/ 173 w 533"/>
                <a:gd name="T79" fmla="*/ 662 h 1677"/>
                <a:gd name="T80" fmla="*/ 245 w 533"/>
                <a:gd name="T81" fmla="*/ 734 h 1677"/>
                <a:gd name="T82" fmla="*/ 173 w 533"/>
                <a:gd name="T83" fmla="*/ 662 h 1677"/>
                <a:gd name="T84" fmla="*/ 245 w 533"/>
                <a:gd name="T85" fmla="*/ 516 h 1677"/>
                <a:gd name="T86" fmla="*/ 173 w 533"/>
                <a:gd name="T87" fmla="*/ 588 h 1677"/>
                <a:gd name="T88" fmla="*/ 173 w 533"/>
                <a:gd name="T89" fmla="*/ 370 h 1677"/>
                <a:gd name="T90" fmla="*/ 245 w 533"/>
                <a:gd name="T91" fmla="*/ 442 h 1677"/>
                <a:gd name="T92" fmla="*/ 173 w 533"/>
                <a:gd name="T93" fmla="*/ 370 h 1677"/>
                <a:gd name="T94" fmla="*/ 132 w 533"/>
                <a:gd name="T95" fmla="*/ 1252 h 1677"/>
                <a:gd name="T96" fmla="*/ 60 w 533"/>
                <a:gd name="T97" fmla="*/ 1324 h 1677"/>
                <a:gd name="T98" fmla="*/ 60 w 533"/>
                <a:gd name="T99" fmla="*/ 1104 h 1677"/>
                <a:gd name="T100" fmla="*/ 132 w 533"/>
                <a:gd name="T101" fmla="*/ 1176 h 1677"/>
                <a:gd name="T102" fmla="*/ 60 w 533"/>
                <a:gd name="T103" fmla="*/ 1104 h 1677"/>
                <a:gd name="T104" fmla="*/ 132 w 533"/>
                <a:gd name="T105" fmla="*/ 957 h 1677"/>
                <a:gd name="T106" fmla="*/ 60 w 533"/>
                <a:gd name="T107" fmla="*/ 1029 h 1677"/>
                <a:gd name="T108" fmla="*/ 60 w 533"/>
                <a:gd name="T109" fmla="*/ 811 h 1677"/>
                <a:gd name="T110" fmla="*/ 132 w 533"/>
                <a:gd name="T111" fmla="*/ 883 h 1677"/>
                <a:gd name="T112" fmla="*/ 60 w 533"/>
                <a:gd name="T113" fmla="*/ 811 h 1677"/>
                <a:gd name="T114" fmla="*/ 132 w 533"/>
                <a:gd name="T115" fmla="*/ 516 h 1677"/>
                <a:gd name="T116" fmla="*/ 60 w 533"/>
                <a:gd name="T117" fmla="*/ 588 h 1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3" h="1677">
                  <a:moveTo>
                    <a:pt x="0" y="204"/>
                  </a:moveTo>
                  <a:lnTo>
                    <a:pt x="0" y="1677"/>
                  </a:lnTo>
                  <a:lnTo>
                    <a:pt x="533" y="1677"/>
                  </a:lnTo>
                  <a:lnTo>
                    <a:pt x="533" y="204"/>
                  </a:lnTo>
                  <a:lnTo>
                    <a:pt x="437" y="204"/>
                  </a:lnTo>
                  <a:lnTo>
                    <a:pt x="437" y="0"/>
                  </a:lnTo>
                  <a:lnTo>
                    <a:pt x="329" y="0"/>
                  </a:lnTo>
                  <a:lnTo>
                    <a:pt x="329" y="204"/>
                  </a:lnTo>
                  <a:lnTo>
                    <a:pt x="0" y="204"/>
                  </a:lnTo>
                  <a:close/>
                  <a:moveTo>
                    <a:pt x="401" y="1252"/>
                  </a:moveTo>
                  <a:lnTo>
                    <a:pt x="473" y="1252"/>
                  </a:lnTo>
                  <a:lnTo>
                    <a:pt x="473" y="1324"/>
                  </a:lnTo>
                  <a:lnTo>
                    <a:pt x="401" y="1324"/>
                  </a:lnTo>
                  <a:lnTo>
                    <a:pt x="401" y="1252"/>
                  </a:lnTo>
                  <a:close/>
                  <a:moveTo>
                    <a:pt x="401" y="1104"/>
                  </a:moveTo>
                  <a:lnTo>
                    <a:pt x="473" y="1104"/>
                  </a:lnTo>
                  <a:lnTo>
                    <a:pt x="473" y="1176"/>
                  </a:lnTo>
                  <a:lnTo>
                    <a:pt x="401" y="1176"/>
                  </a:lnTo>
                  <a:lnTo>
                    <a:pt x="401" y="1104"/>
                  </a:lnTo>
                  <a:close/>
                  <a:moveTo>
                    <a:pt x="401" y="957"/>
                  </a:moveTo>
                  <a:lnTo>
                    <a:pt x="473" y="957"/>
                  </a:lnTo>
                  <a:lnTo>
                    <a:pt x="473" y="1029"/>
                  </a:lnTo>
                  <a:lnTo>
                    <a:pt x="401" y="1029"/>
                  </a:lnTo>
                  <a:lnTo>
                    <a:pt x="401" y="957"/>
                  </a:lnTo>
                  <a:close/>
                  <a:moveTo>
                    <a:pt x="401" y="811"/>
                  </a:moveTo>
                  <a:lnTo>
                    <a:pt x="473" y="811"/>
                  </a:lnTo>
                  <a:lnTo>
                    <a:pt x="473" y="883"/>
                  </a:lnTo>
                  <a:lnTo>
                    <a:pt x="401" y="883"/>
                  </a:lnTo>
                  <a:lnTo>
                    <a:pt x="401" y="811"/>
                  </a:lnTo>
                  <a:close/>
                  <a:moveTo>
                    <a:pt x="401" y="662"/>
                  </a:moveTo>
                  <a:lnTo>
                    <a:pt x="473" y="662"/>
                  </a:lnTo>
                  <a:lnTo>
                    <a:pt x="473" y="734"/>
                  </a:lnTo>
                  <a:lnTo>
                    <a:pt x="401" y="734"/>
                  </a:lnTo>
                  <a:lnTo>
                    <a:pt x="401" y="662"/>
                  </a:lnTo>
                  <a:close/>
                  <a:moveTo>
                    <a:pt x="401" y="516"/>
                  </a:moveTo>
                  <a:lnTo>
                    <a:pt x="473" y="516"/>
                  </a:lnTo>
                  <a:lnTo>
                    <a:pt x="473" y="588"/>
                  </a:lnTo>
                  <a:lnTo>
                    <a:pt x="401" y="588"/>
                  </a:lnTo>
                  <a:lnTo>
                    <a:pt x="401" y="516"/>
                  </a:lnTo>
                  <a:close/>
                  <a:moveTo>
                    <a:pt x="288" y="1104"/>
                  </a:moveTo>
                  <a:lnTo>
                    <a:pt x="360" y="1104"/>
                  </a:lnTo>
                  <a:lnTo>
                    <a:pt x="360" y="1176"/>
                  </a:lnTo>
                  <a:lnTo>
                    <a:pt x="288" y="1176"/>
                  </a:lnTo>
                  <a:lnTo>
                    <a:pt x="288" y="1104"/>
                  </a:lnTo>
                  <a:close/>
                  <a:moveTo>
                    <a:pt x="288" y="957"/>
                  </a:moveTo>
                  <a:lnTo>
                    <a:pt x="360" y="957"/>
                  </a:lnTo>
                  <a:lnTo>
                    <a:pt x="360" y="1029"/>
                  </a:lnTo>
                  <a:lnTo>
                    <a:pt x="288" y="1029"/>
                  </a:lnTo>
                  <a:lnTo>
                    <a:pt x="288" y="957"/>
                  </a:lnTo>
                  <a:close/>
                  <a:moveTo>
                    <a:pt x="288" y="662"/>
                  </a:moveTo>
                  <a:lnTo>
                    <a:pt x="360" y="662"/>
                  </a:lnTo>
                  <a:lnTo>
                    <a:pt x="360" y="734"/>
                  </a:lnTo>
                  <a:lnTo>
                    <a:pt x="288" y="734"/>
                  </a:lnTo>
                  <a:lnTo>
                    <a:pt x="288" y="662"/>
                  </a:lnTo>
                  <a:close/>
                  <a:moveTo>
                    <a:pt x="288" y="516"/>
                  </a:moveTo>
                  <a:lnTo>
                    <a:pt x="360" y="516"/>
                  </a:lnTo>
                  <a:lnTo>
                    <a:pt x="360" y="588"/>
                  </a:lnTo>
                  <a:lnTo>
                    <a:pt x="288" y="588"/>
                  </a:lnTo>
                  <a:lnTo>
                    <a:pt x="288" y="516"/>
                  </a:lnTo>
                  <a:close/>
                  <a:moveTo>
                    <a:pt x="288" y="370"/>
                  </a:moveTo>
                  <a:lnTo>
                    <a:pt x="360" y="370"/>
                  </a:lnTo>
                  <a:lnTo>
                    <a:pt x="360" y="442"/>
                  </a:lnTo>
                  <a:lnTo>
                    <a:pt x="288" y="442"/>
                  </a:lnTo>
                  <a:lnTo>
                    <a:pt x="288" y="370"/>
                  </a:lnTo>
                  <a:close/>
                  <a:moveTo>
                    <a:pt x="173" y="1252"/>
                  </a:moveTo>
                  <a:lnTo>
                    <a:pt x="245" y="1252"/>
                  </a:lnTo>
                  <a:lnTo>
                    <a:pt x="245" y="1324"/>
                  </a:lnTo>
                  <a:lnTo>
                    <a:pt x="173" y="1324"/>
                  </a:lnTo>
                  <a:lnTo>
                    <a:pt x="173" y="1252"/>
                  </a:lnTo>
                  <a:close/>
                  <a:moveTo>
                    <a:pt x="173" y="1104"/>
                  </a:moveTo>
                  <a:lnTo>
                    <a:pt x="245" y="1104"/>
                  </a:lnTo>
                  <a:lnTo>
                    <a:pt x="245" y="1176"/>
                  </a:lnTo>
                  <a:lnTo>
                    <a:pt x="173" y="1176"/>
                  </a:lnTo>
                  <a:lnTo>
                    <a:pt x="173" y="1104"/>
                  </a:lnTo>
                  <a:close/>
                  <a:moveTo>
                    <a:pt x="173" y="811"/>
                  </a:moveTo>
                  <a:lnTo>
                    <a:pt x="245" y="811"/>
                  </a:lnTo>
                  <a:lnTo>
                    <a:pt x="245" y="883"/>
                  </a:lnTo>
                  <a:lnTo>
                    <a:pt x="173" y="883"/>
                  </a:lnTo>
                  <a:lnTo>
                    <a:pt x="173" y="811"/>
                  </a:lnTo>
                  <a:close/>
                  <a:moveTo>
                    <a:pt x="173" y="662"/>
                  </a:moveTo>
                  <a:lnTo>
                    <a:pt x="245" y="662"/>
                  </a:lnTo>
                  <a:lnTo>
                    <a:pt x="245" y="734"/>
                  </a:lnTo>
                  <a:lnTo>
                    <a:pt x="173" y="734"/>
                  </a:lnTo>
                  <a:lnTo>
                    <a:pt x="173" y="662"/>
                  </a:lnTo>
                  <a:close/>
                  <a:moveTo>
                    <a:pt x="173" y="516"/>
                  </a:moveTo>
                  <a:lnTo>
                    <a:pt x="245" y="516"/>
                  </a:lnTo>
                  <a:lnTo>
                    <a:pt x="245" y="588"/>
                  </a:lnTo>
                  <a:lnTo>
                    <a:pt x="173" y="588"/>
                  </a:lnTo>
                  <a:lnTo>
                    <a:pt x="173" y="516"/>
                  </a:lnTo>
                  <a:close/>
                  <a:moveTo>
                    <a:pt x="173" y="370"/>
                  </a:moveTo>
                  <a:lnTo>
                    <a:pt x="245" y="370"/>
                  </a:lnTo>
                  <a:lnTo>
                    <a:pt x="245" y="442"/>
                  </a:lnTo>
                  <a:lnTo>
                    <a:pt x="173" y="442"/>
                  </a:lnTo>
                  <a:lnTo>
                    <a:pt x="173" y="370"/>
                  </a:lnTo>
                  <a:close/>
                  <a:moveTo>
                    <a:pt x="60" y="1252"/>
                  </a:moveTo>
                  <a:lnTo>
                    <a:pt x="132" y="1252"/>
                  </a:lnTo>
                  <a:lnTo>
                    <a:pt x="132" y="1324"/>
                  </a:lnTo>
                  <a:lnTo>
                    <a:pt x="60" y="1324"/>
                  </a:lnTo>
                  <a:lnTo>
                    <a:pt x="60" y="1252"/>
                  </a:lnTo>
                  <a:close/>
                  <a:moveTo>
                    <a:pt x="60" y="1104"/>
                  </a:moveTo>
                  <a:lnTo>
                    <a:pt x="132" y="1104"/>
                  </a:lnTo>
                  <a:lnTo>
                    <a:pt x="132" y="1176"/>
                  </a:lnTo>
                  <a:lnTo>
                    <a:pt x="60" y="1176"/>
                  </a:lnTo>
                  <a:lnTo>
                    <a:pt x="60" y="1104"/>
                  </a:lnTo>
                  <a:close/>
                  <a:moveTo>
                    <a:pt x="60" y="957"/>
                  </a:moveTo>
                  <a:lnTo>
                    <a:pt x="132" y="957"/>
                  </a:lnTo>
                  <a:lnTo>
                    <a:pt x="132" y="1029"/>
                  </a:lnTo>
                  <a:lnTo>
                    <a:pt x="60" y="1029"/>
                  </a:lnTo>
                  <a:lnTo>
                    <a:pt x="60" y="957"/>
                  </a:lnTo>
                  <a:close/>
                  <a:moveTo>
                    <a:pt x="60" y="811"/>
                  </a:moveTo>
                  <a:lnTo>
                    <a:pt x="132" y="811"/>
                  </a:lnTo>
                  <a:lnTo>
                    <a:pt x="132" y="883"/>
                  </a:lnTo>
                  <a:lnTo>
                    <a:pt x="60" y="883"/>
                  </a:lnTo>
                  <a:lnTo>
                    <a:pt x="60" y="811"/>
                  </a:lnTo>
                  <a:close/>
                  <a:moveTo>
                    <a:pt x="60" y="516"/>
                  </a:moveTo>
                  <a:lnTo>
                    <a:pt x="132" y="516"/>
                  </a:lnTo>
                  <a:lnTo>
                    <a:pt x="132" y="588"/>
                  </a:lnTo>
                  <a:lnTo>
                    <a:pt x="60" y="588"/>
                  </a:lnTo>
                  <a:lnTo>
                    <a:pt x="60" y="5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62" name="í$ḷiďe"/>
            <p:cNvSpPr/>
            <p:nvPr/>
          </p:nvSpPr>
          <p:spPr bwMode="auto">
            <a:xfrm>
              <a:off x="5907088" y="4092575"/>
              <a:ext cx="846138" cy="2030413"/>
            </a:xfrm>
            <a:custGeom>
              <a:avLst/>
              <a:gdLst>
                <a:gd name="T0" fmla="*/ 0 w 533"/>
                <a:gd name="T1" fmla="*/ 224 h 1279"/>
                <a:gd name="T2" fmla="*/ 0 w 533"/>
                <a:gd name="T3" fmla="*/ 1279 h 1279"/>
                <a:gd name="T4" fmla="*/ 533 w 533"/>
                <a:gd name="T5" fmla="*/ 1279 h 1279"/>
                <a:gd name="T6" fmla="*/ 533 w 533"/>
                <a:gd name="T7" fmla="*/ 224 h 1279"/>
                <a:gd name="T8" fmla="*/ 451 w 533"/>
                <a:gd name="T9" fmla="*/ 224 h 1279"/>
                <a:gd name="T10" fmla="*/ 451 w 533"/>
                <a:gd name="T11" fmla="*/ 116 h 1279"/>
                <a:gd name="T12" fmla="*/ 82 w 533"/>
                <a:gd name="T13" fmla="*/ 0 h 1279"/>
                <a:gd name="T14" fmla="*/ 82 w 533"/>
                <a:gd name="T15" fmla="*/ 224 h 1279"/>
                <a:gd name="T16" fmla="*/ 0 w 533"/>
                <a:gd name="T17" fmla="*/ 224 h 1279"/>
                <a:gd name="T18" fmla="*/ 324 w 533"/>
                <a:gd name="T19" fmla="*/ 792 h 1279"/>
                <a:gd name="T20" fmla="*/ 432 w 533"/>
                <a:gd name="T21" fmla="*/ 792 h 1279"/>
                <a:gd name="T22" fmla="*/ 432 w 533"/>
                <a:gd name="T23" fmla="*/ 900 h 1279"/>
                <a:gd name="T24" fmla="*/ 324 w 533"/>
                <a:gd name="T25" fmla="*/ 900 h 1279"/>
                <a:gd name="T26" fmla="*/ 324 w 533"/>
                <a:gd name="T27" fmla="*/ 792 h 1279"/>
                <a:gd name="T28" fmla="*/ 324 w 533"/>
                <a:gd name="T29" fmla="*/ 574 h 1279"/>
                <a:gd name="T30" fmla="*/ 432 w 533"/>
                <a:gd name="T31" fmla="*/ 574 h 1279"/>
                <a:gd name="T32" fmla="*/ 432 w 533"/>
                <a:gd name="T33" fmla="*/ 682 h 1279"/>
                <a:gd name="T34" fmla="*/ 324 w 533"/>
                <a:gd name="T35" fmla="*/ 682 h 1279"/>
                <a:gd name="T36" fmla="*/ 324 w 533"/>
                <a:gd name="T37" fmla="*/ 574 h 1279"/>
                <a:gd name="T38" fmla="*/ 324 w 533"/>
                <a:gd name="T39" fmla="*/ 355 h 1279"/>
                <a:gd name="T40" fmla="*/ 432 w 533"/>
                <a:gd name="T41" fmla="*/ 355 h 1279"/>
                <a:gd name="T42" fmla="*/ 432 w 533"/>
                <a:gd name="T43" fmla="*/ 463 h 1279"/>
                <a:gd name="T44" fmla="*/ 324 w 533"/>
                <a:gd name="T45" fmla="*/ 463 h 1279"/>
                <a:gd name="T46" fmla="*/ 324 w 533"/>
                <a:gd name="T47" fmla="*/ 355 h 1279"/>
                <a:gd name="T48" fmla="*/ 101 w 533"/>
                <a:gd name="T49" fmla="*/ 792 h 1279"/>
                <a:gd name="T50" fmla="*/ 209 w 533"/>
                <a:gd name="T51" fmla="*/ 792 h 1279"/>
                <a:gd name="T52" fmla="*/ 209 w 533"/>
                <a:gd name="T53" fmla="*/ 900 h 1279"/>
                <a:gd name="T54" fmla="*/ 101 w 533"/>
                <a:gd name="T55" fmla="*/ 900 h 1279"/>
                <a:gd name="T56" fmla="*/ 101 w 533"/>
                <a:gd name="T57" fmla="*/ 792 h 1279"/>
                <a:gd name="T58" fmla="*/ 101 w 533"/>
                <a:gd name="T59" fmla="*/ 574 h 1279"/>
                <a:gd name="T60" fmla="*/ 209 w 533"/>
                <a:gd name="T61" fmla="*/ 574 h 1279"/>
                <a:gd name="T62" fmla="*/ 209 w 533"/>
                <a:gd name="T63" fmla="*/ 682 h 1279"/>
                <a:gd name="T64" fmla="*/ 101 w 533"/>
                <a:gd name="T65" fmla="*/ 682 h 1279"/>
                <a:gd name="T66" fmla="*/ 101 w 533"/>
                <a:gd name="T67" fmla="*/ 574 h 1279"/>
                <a:gd name="T68" fmla="*/ 101 w 533"/>
                <a:gd name="T69" fmla="*/ 355 h 1279"/>
                <a:gd name="T70" fmla="*/ 209 w 533"/>
                <a:gd name="T71" fmla="*/ 355 h 1279"/>
                <a:gd name="T72" fmla="*/ 209 w 533"/>
                <a:gd name="T73" fmla="*/ 463 h 1279"/>
                <a:gd name="T74" fmla="*/ 101 w 533"/>
                <a:gd name="T75" fmla="*/ 463 h 1279"/>
                <a:gd name="T76" fmla="*/ 101 w 533"/>
                <a:gd name="T77" fmla="*/ 355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3" h="1279">
                  <a:moveTo>
                    <a:pt x="0" y="224"/>
                  </a:moveTo>
                  <a:lnTo>
                    <a:pt x="0" y="1279"/>
                  </a:lnTo>
                  <a:lnTo>
                    <a:pt x="533" y="1279"/>
                  </a:lnTo>
                  <a:lnTo>
                    <a:pt x="533" y="224"/>
                  </a:lnTo>
                  <a:lnTo>
                    <a:pt x="451" y="224"/>
                  </a:lnTo>
                  <a:lnTo>
                    <a:pt x="451" y="116"/>
                  </a:lnTo>
                  <a:lnTo>
                    <a:pt x="82" y="0"/>
                  </a:lnTo>
                  <a:lnTo>
                    <a:pt x="82" y="224"/>
                  </a:lnTo>
                  <a:lnTo>
                    <a:pt x="0" y="224"/>
                  </a:lnTo>
                  <a:close/>
                  <a:moveTo>
                    <a:pt x="324" y="792"/>
                  </a:moveTo>
                  <a:lnTo>
                    <a:pt x="432" y="792"/>
                  </a:lnTo>
                  <a:lnTo>
                    <a:pt x="432" y="900"/>
                  </a:lnTo>
                  <a:lnTo>
                    <a:pt x="324" y="900"/>
                  </a:lnTo>
                  <a:lnTo>
                    <a:pt x="324" y="792"/>
                  </a:lnTo>
                  <a:close/>
                  <a:moveTo>
                    <a:pt x="324" y="574"/>
                  </a:moveTo>
                  <a:lnTo>
                    <a:pt x="432" y="574"/>
                  </a:lnTo>
                  <a:lnTo>
                    <a:pt x="432" y="682"/>
                  </a:lnTo>
                  <a:lnTo>
                    <a:pt x="324" y="682"/>
                  </a:lnTo>
                  <a:lnTo>
                    <a:pt x="324" y="574"/>
                  </a:lnTo>
                  <a:close/>
                  <a:moveTo>
                    <a:pt x="324" y="355"/>
                  </a:moveTo>
                  <a:lnTo>
                    <a:pt x="432" y="355"/>
                  </a:lnTo>
                  <a:lnTo>
                    <a:pt x="432" y="463"/>
                  </a:lnTo>
                  <a:lnTo>
                    <a:pt x="324" y="463"/>
                  </a:lnTo>
                  <a:lnTo>
                    <a:pt x="324" y="355"/>
                  </a:lnTo>
                  <a:close/>
                  <a:moveTo>
                    <a:pt x="101" y="792"/>
                  </a:moveTo>
                  <a:lnTo>
                    <a:pt x="209" y="792"/>
                  </a:lnTo>
                  <a:lnTo>
                    <a:pt x="209" y="900"/>
                  </a:lnTo>
                  <a:lnTo>
                    <a:pt x="101" y="900"/>
                  </a:lnTo>
                  <a:lnTo>
                    <a:pt x="101" y="792"/>
                  </a:lnTo>
                  <a:close/>
                  <a:moveTo>
                    <a:pt x="101" y="574"/>
                  </a:moveTo>
                  <a:lnTo>
                    <a:pt x="209" y="574"/>
                  </a:lnTo>
                  <a:lnTo>
                    <a:pt x="209" y="682"/>
                  </a:lnTo>
                  <a:lnTo>
                    <a:pt x="101" y="682"/>
                  </a:lnTo>
                  <a:lnTo>
                    <a:pt x="101" y="574"/>
                  </a:lnTo>
                  <a:close/>
                  <a:moveTo>
                    <a:pt x="101" y="355"/>
                  </a:moveTo>
                  <a:lnTo>
                    <a:pt x="209" y="355"/>
                  </a:lnTo>
                  <a:lnTo>
                    <a:pt x="209" y="463"/>
                  </a:lnTo>
                  <a:lnTo>
                    <a:pt x="101" y="463"/>
                  </a:lnTo>
                  <a:lnTo>
                    <a:pt x="101" y="3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</p:grpSp>
      <p:grpSp>
        <p:nvGrpSpPr>
          <p:cNvPr id="47" name="isḷidé"/>
          <p:cNvGrpSpPr/>
          <p:nvPr userDrawn="1"/>
        </p:nvGrpSpPr>
        <p:grpSpPr>
          <a:xfrm flipH="1">
            <a:off x="8587607" y="4206928"/>
            <a:ext cx="2807116" cy="1687220"/>
            <a:chOff x="107951" y="2128838"/>
            <a:chExt cx="6645275" cy="3994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48" name="íŝḻïḓè"/>
            <p:cNvSpPr/>
            <p:nvPr/>
          </p:nvSpPr>
          <p:spPr bwMode="auto">
            <a:xfrm>
              <a:off x="1074738" y="3060700"/>
              <a:ext cx="844550" cy="3062288"/>
            </a:xfrm>
            <a:custGeom>
              <a:avLst/>
              <a:gdLst>
                <a:gd name="T0" fmla="*/ 0 w 532"/>
                <a:gd name="T1" fmla="*/ 355 h 1929"/>
                <a:gd name="T2" fmla="*/ 0 w 532"/>
                <a:gd name="T3" fmla="*/ 1929 h 1929"/>
                <a:gd name="T4" fmla="*/ 532 w 532"/>
                <a:gd name="T5" fmla="*/ 1929 h 1929"/>
                <a:gd name="T6" fmla="*/ 532 w 532"/>
                <a:gd name="T7" fmla="*/ 0 h 1929"/>
                <a:gd name="T8" fmla="*/ 0 w 532"/>
                <a:gd name="T9" fmla="*/ 355 h 1929"/>
                <a:gd name="T10" fmla="*/ 69 w 532"/>
                <a:gd name="T11" fmla="*/ 1502 h 1929"/>
                <a:gd name="T12" fmla="*/ 462 w 532"/>
                <a:gd name="T13" fmla="*/ 1502 h 1929"/>
                <a:gd name="T14" fmla="*/ 462 w 532"/>
                <a:gd name="T15" fmla="*/ 1543 h 1929"/>
                <a:gd name="T16" fmla="*/ 69 w 532"/>
                <a:gd name="T17" fmla="*/ 1543 h 1929"/>
                <a:gd name="T18" fmla="*/ 69 w 532"/>
                <a:gd name="T19" fmla="*/ 1502 h 1929"/>
                <a:gd name="T20" fmla="*/ 69 w 532"/>
                <a:gd name="T21" fmla="*/ 1387 h 1929"/>
                <a:gd name="T22" fmla="*/ 462 w 532"/>
                <a:gd name="T23" fmla="*/ 1387 h 1929"/>
                <a:gd name="T24" fmla="*/ 462 w 532"/>
                <a:gd name="T25" fmla="*/ 1428 h 1929"/>
                <a:gd name="T26" fmla="*/ 69 w 532"/>
                <a:gd name="T27" fmla="*/ 1428 h 1929"/>
                <a:gd name="T28" fmla="*/ 69 w 532"/>
                <a:gd name="T29" fmla="*/ 1387 h 1929"/>
                <a:gd name="T30" fmla="*/ 69 w 532"/>
                <a:gd name="T31" fmla="*/ 1272 h 1929"/>
                <a:gd name="T32" fmla="*/ 462 w 532"/>
                <a:gd name="T33" fmla="*/ 1272 h 1929"/>
                <a:gd name="T34" fmla="*/ 462 w 532"/>
                <a:gd name="T35" fmla="*/ 1315 h 1929"/>
                <a:gd name="T36" fmla="*/ 69 w 532"/>
                <a:gd name="T37" fmla="*/ 1315 h 1929"/>
                <a:gd name="T38" fmla="*/ 69 w 532"/>
                <a:gd name="T39" fmla="*/ 1272 h 1929"/>
                <a:gd name="T40" fmla="*/ 69 w 532"/>
                <a:gd name="T41" fmla="*/ 1157 h 1929"/>
                <a:gd name="T42" fmla="*/ 462 w 532"/>
                <a:gd name="T43" fmla="*/ 1157 h 1929"/>
                <a:gd name="T44" fmla="*/ 462 w 532"/>
                <a:gd name="T45" fmla="*/ 1200 h 1929"/>
                <a:gd name="T46" fmla="*/ 69 w 532"/>
                <a:gd name="T47" fmla="*/ 1200 h 1929"/>
                <a:gd name="T48" fmla="*/ 69 w 532"/>
                <a:gd name="T49" fmla="*/ 1157 h 1929"/>
                <a:gd name="T50" fmla="*/ 69 w 532"/>
                <a:gd name="T51" fmla="*/ 1044 h 1929"/>
                <a:gd name="T52" fmla="*/ 462 w 532"/>
                <a:gd name="T53" fmla="*/ 1044 h 1929"/>
                <a:gd name="T54" fmla="*/ 462 w 532"/>
                <a:gd name="T55" fmla="*/ 1085 h 1929"/>
                <a:gd name="T56" fmla="*/ 69 w 532"/>
                <a:gd name="T57" fmla="*/ 1085 h 1929"/>
                <a:gd name="T58" fmla="*/ 69 w 532"/>
                <a:gd name="T59" fmla="*/ 1044 h 1929"/>
                <a:gd name="T60" fmla="*/ 69 w 532"/>
                <a:gd name="T61" fmla="*/ 929 h 1929"/>
                <a:gd name="T62" fmla="*/ 462 w 532"/>
                <a:gd name="T63" fmla="*/ 929 h 1929"/>
                <a:gd name="T64" fmla="*/ 462 w 532"/>
                <a:gd name="T65" fmla="*/ 969 h 1929"/>
                <a:gd name="T66" fmla="*/ 69 w 532"/>
                <a:gd name="T67" fmla="*/ 969 h 1929"/>
                <a:gd name="T68" fmla="*/ 69 w 532"/>
                <a:gd name="T69" fmla="*/ 929 h 1929"/>
                <a:gd name="T70" fmla="*/ 69 w 532"/>
                <a:gd name="T71" fmla="*/ 814 h 1929"/>
                <a:gd name="T72" fmla="*/ 462 w 532"/>
                <a:gd name="T73" fmla="*/ 814 h 1929"/>
                <a:gd name="T74" fmla="*/ 462 w 532"/>
                <a:gd name="T75" fmla="*/ 854 h 1929"/>
                <a:gd name="T76" fmla="*/ 69 w 532"/>
                <a:gd name="T77" fmla="*/ 854 h 1929"/>
                <a:gd name="T78" fmla="*/ 69 w 532"/>
                <a:gd name="T79" fmla="*/ 814 h 1929"/>
                <a:gd name="T80" fmla="*/ 69 w 532"/>
                <a:gd name="T81" fmla="*/ 698 h 1929"/>
                <a:gd name="T82" fmla="*/ 462 w 532"/>
                <a:gd name="T83" fmla="*/ 698 h 1929"/>
                <a:gd name="T84" fmla="*/ 462 w 532"/>
                <a:gd name="T85" fmla="*/ 739 h 1929"/>
                <a:gd name="T86" fmla="*/ 69 w 532"/>
                <a:gd name="T87" fmla="*/ 739 h 1929"/>
                <a:gd name="T88" fmla="*/ 69 w 532"/>
                <a:gd name="T89" fmla="*/ 698 h 1929"/>
                <a:gd name="T90" fmla="*/ 69 w 532"/>
                <a:gd name="T91" fmla="*/ 583 h 1929"/>
                <a:gd name="T92" fmla="*/ 462 w 532"/>
                <a:gd name="T93" fmla="*/ 583 h 1929"/>
                <a:gd name="T94" fmla="*/ 462 w 532"/>
                <a:gd name="T95" fmla="*/ 626 h 1929"/>
                <a:gd name="T96" fmla="*/ 69 w 532"/>
                <a:gd name="T97" fmla="*/ 626 h 1929"/>
                <a:gd name="T98" fmla="*/ 69 w 532"/>
                <a:gd name="T99" fmla="*/ 583 h 1929"/>
                <a:gd name="T100" fmla="*/ 69 w 532"/>
                <a:gd name="T101" fmla="*/ 468 h 1929"/>
                <a:gd name="T102" fmla="*/ 462 w 532"/>
                <a:gd name="T103" fmla="*/ 468 h 1929"/>
                <a:gd name="T104" fmla="*/ 462 w 532"/>
                <a:gd name="T105" fmla="*/ 511 h 1929"/>
                <a:gd name="T106" fmla="*/ 69 w 532"/>
                <a:gd name="T107" fmla="*/ 511 h 1929"/>
                <a:gd name="T108" fmla="*/ 69 w 532"/>
                <a:gd name="T109" fmla="*/ 468 h 1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32" h="1929">
                  <a:moveTo>
                    <a:pt x="0" y="355"/>
                  </a:moveTo>
                  <a:lnTo>
                    <a:pt x="0" y="1929"/>
                  </a:lnTo>
                  <a:lnTo>
                    <a:pt x="532" y="1929"/>
                  </a:lnTo>
                  <a:lnTo>
                    <a:pt x="532" y="0"/>
                  </a:lnTo>
                  <a:lnTo>
                    <a:pt x="0" y="355"/>
                  </a:lnTo>
                  <a:close/>
                  <a:moveTo>
                    <a:pt x="69" y="1502"/>
                  </a:moveTo>
                  <a:lnTo>
                    <a:pt x="462" y="1502"/>
                  </a:lnTo>
                  <a:lnTo>
                    <a:pt x="462" y="1543"/>
                  </a:lnTo>
                  <a:lnTo>
                    <a:pt x="69" y="1543"/>
                  </a:lnTo>
                  <a:lnTo>
                    <a:pt x="69" y="1502"/>
                  </a:lnTo>
                  <a:close/>
                  <a:moveTo>
                    <a:pt x="69" y="1387"/>
                  </a:moveTo>
                  <a:lnTo>
                    <a:pt x="462" y="1387"/>
                  </a:lnTo>
                  <a:lnTo>
                    <a:pt x="462" y="1428"/>
                  </a:lnTo>
                  <a:lnTo>
                    <a:pt x="69" y="1428"/>
                  </a:lnTo>
                  <a:lnTo>
                    <a:pt x="69" y="1387"/>
                  </a:lnTo>
                  <a:close/>
                  <a:moveTo>
                    <a:pt x="69" y="1272"/>
                  </a:moveTo>
                  <a:lnTo>
                    <a:pt x="462" y="1272"/>
                  </a:lnTo>
                  <a:lnTo>
                    <a:pt x="462" y="1315"/>
                  </a:lnTo>
                  <a:lnTo>
                    <a:pt x="69" y="1315"/>
                  </a:lnTo>
                  <a:lnTo>
                    <a:pt x="69" y="1272"/>
                  </a:lnTo>
                  <a:close/>
                  <a:moveTo>
                    <a:pt x="69" y="1157"/>
                  </a:moveTo>
                  <a:lnTo>
                    <a:pt x="462" y="1157"/>
                  </a:lnTo>
                  <a:lnTo>
                    <a:pt x="462" y="1200"/>
                  </a:lnTo>
                  <a:lnTo>
                    <a:pt x="69" y="1200"/>
                  </a:lnTo>
                  <a:lnTo>
                    <a:pt x="69" y="1157"/>
                  </a:lnTo>
                  <a:close/>
                  <a:moveTo>
                    <a:pt x="69" y="1044"/>
                  </a:moveTo>
                  <a:lnTo>
                    <a:pt x="462" y="1044"/>
                  </a:lnTo>
                  <a:lnTo>
                    <a:pt x="462" y="1085"/>
                  </a:lnTo>
                  <a:lnTo>
                    <a:pt x="69" y="1085"/>
                  </a:lnTo>
                  <a:lnTo>
                    <a:pt x="69" y="1044"/>
                  </a:lnTo>
                  <a:close/>
                  <a:moveTo>
                    <a:pt x="69" y="929"/>
                  </a:moveTo>
                  <a:lnTo>
                    <a:pt x="462" y="929"/>
                  </a:lnTo>
                  <a:lnTo>
                    <a:pt x="462" y="969"/>
                  </a:lnTo>
                  <a:lnTo>
                    <a:pt x="69" y="969"/>
                  </a:lnTo>
                  <a:lnTo>
                    <a:pt x="69" y="929"/>
                  </a:lnTo>
                  <a:close/>
                  <a:moveTo>
                    <a:pt x="69" y="814"/>
                  </a:moveTo>
                  <a:lnTo>
                    <a:pt x="462" y="814"/>
                  </a:lnTo>
                  <a:lnTo>
                    <a:pt x="462" y="854"/>
                  </a:lnTo>
                  <a:lnTo>
                    <a:pt x="69" y="854"/>
                  </a:lnTo>
                  <a:lnTo>
                    <a:pt x="69" y="814"/>
                  </a:lnTo>
                  <a:close/>
                  <a:moveTo>
                    <a:pt x="69" y="698"/>
                  </a:moveTo>
                  <a:lnTo>
                    <a:pt x="462" y="698"/>
                  </a:lnTo>
                  <a:lnTo>
                    <a:pt x="462" y="739"/>
                  </a:lnTo>
                  <a:lnTo>
                    <a:pt x="69" y="739"/>
                  </a:lnTo>
                  <a:lnTo>
                    <a:pt x="69" y="698"/>
                  </a:lnTo>
                  <a:close/>
                  <a:moveTo>
                    <a:pt x="69" y="583"/>
                  </a:moveTo>
                  <a:lnTo>
                    <a:pt x="462" y="583"/>
                  </a:lnTo>
                  <a:lnTo>
                    <a:pt x="462" y="626"/>
                  </a:lnTo>
                  <a:lnTo>
                    <a:pt x="69" y="626"/>
                  </a:lnTo>
                  <a:lnTo>
                    <a:pt x="69" y="583"/>
                  </a:lnTo>
                  <a:close/>
                  <a:moveTo>
                    <a:pt x="69" y="468"/>
                  </a:moveTo>
                  <a:lnTo>
                    <a:pt x="462" y="468"/>
                  </a:lnTo>
                  <a:lnTo>
                    <a:pt x="462" y="511"/>
                  </a:lnTo>
                  <a:lnTo>
                    <a:pt x="69" y="511"/>
                  </a:lnTo>
                  <a:lnTo>
                    <a:pt x="69" y="4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49" name="iŝļïďe"/>
            <p:cNvSpPr/>
            <p:nvPr/>
          </p:nvSpPr>
          <p:spPr bwMode="auto">
            <a:xfrm>
              <a:off x="107951" y="3571875"/>
              <a:ext cx="844550" cy="2551113"/>
            </a:xfrm>
            <a:custGeom>
              <a:avLst/>
              <a:gdLst>
                <a:gd name="T0" fmla="*/ 0 w 532"/>
                <a:gd name="T1" fmla="*/ 314 h 1607"/>
                <a:gd name="T2" fmla="*/ 0 w 532"/>
                <a:gd name="T3" fmla="*/ 1607 h 1607"/>
                <a:gd name="T4" fmla="*/ 532 w 532"/>
                <a:gd name="T5" fmla="*/ 1607 h 1607"/>
                <a:gd name="T6" fmla="*/ 532 w 532"/>
                <a:gd name="T7" fmla="*/ 314 h 1607"/>
                <a:gd name="T8" fmla="*/ 347 w 532"/>
                <a:gd name="T9" fmla="*/ 314 h 1607"/>
                <a:gd name="T10" fmla="*/ 347 w 532"/>
                <a:gd name="T11" fmla="*/ 192 h 1607"/>
                <a:gd name="T12" fmla="*/ 242 w 532"/>
                <a:gd name="T13" fmla="*/ 192 h 1607"/>
                <a:gd name="T14" fmla="*/ 242 w 532"/>
                <a:gd name="T15" fmla="*/ 314 h 1607"/>
                <a:gd name="T16" fmla="*/ 163 w 532"/>
                <a:gd name="T17" fmla="*/ 314 h 1607"/>
                <a:gd name="T18" fmla="*/ 163 w 532"/>
                <a:gd name="T19" fmla="*/ 0 h 1607"/>
                <a:gd name="T20" fmla="*/ 55 w 532"/>
                <a:gd name="T21" fmla="*/ 0 h 1607"/>
                <a:gd name="T22" fmla="*/ 55 w 532"/>
                <a:gd name="T23" fmla="*/ 314 h 1607"/>
                <a:gd name="T24" fmla="*/ 0 w 532"/>
                <a:gd name="T25" fmla="*/ 314 h 1607"/>
                <a:gd name="T26" fmla="*/ 335 w 532"/>
                <a:gd name="T27" fmla="*/ 1226 h 1607"/>
                <a:gd name="T28" fmla="*/ 438 w 532"/>
                <a:gd name="T29" fmla="*/ 1226 h 1607"/>
                <a:gd name="T30" fmla="*/ 438 w 532"/>
                <a:gd name="T31" fmla="*/ 1329 h 1607"/>
                <a:gd name="T32" fmla="*/ 335 w 532"/>
                <a:gd name="T33" fmla="*/ 1329 h 1607"/>
                <a:gd name="T34" fmla="*/ 335 w 532"/>
                <a:gd name="T35" fmla="*/ 1226 h 1607"/>
                <a:gd name="T36" fmla="*/ 335 w 532"/>
                <a:gd name="T37" fmla="*/ 1034 h 1607"/>
                <a:gd name="T38" fmla="*/ 438 w 532"/>
                <a:gd name="T39" fmla="*/ 1034 h 1607"/>
                <a:gd name="T40" fmla="*/ 438 w 532"/>
                <a:gd name="T41" fmla="*/ 1137 h 1607"/>
                <a:gd name="T42" fmla="*/ 335 w 532"/>
                <a:gd name="T43" fmla="*/ 1137 h 1607"/>
                <a:gd name="T44" fmla="*/ 335 w 532"/>
                <a:gd name="T45" fmla="*/ 1034 h 1607"/>
                <a:gd name="T46" fmla="*/ 335 w 532"/>
                <a:gd name="T47" fmla="*/ 842 h 1607"/>
                <a:gd name="T48" fmla="*/ 438 w 532"/>
                <a:gd name="T49" fmla="*/ 842 h 1607"/>
                <a:gd name="T50" fmla="*/ 438 w 532"/>
                <a:gd name="T51" fmla="*/ 947 h 1607"/>
                <a:gd name="T52" fmla="*/ 335 w 532"/>
                <a:gd name="T53" fmla="*/ 947 h 1607"/>
                <a:gd name="T54" fmla="*/ 335 w 532"/>
                <a:gd name="T55" fmla="*/ 842 h 1607"/>
                <a:gd name="T56" fmla="*/ 335 w 532"/>
                <a:gd name="T57" fmla="*/ 652 h 1607"/>
                <a:gd name="T58" fmla="*/ 438 w 532"/>
                <a:gd name="T59" fmla="*/ 652 h 1607"/>
                <a:gd name="T60" fmla="*/ 438 w 532"/>
                <a:gd name="T61" fmla="*/ 755 h 1607"/>
                <a:gd name="T62" fmla="*/ 335 w 532"/>
                <a:gd name="T63" fmla="*/ 755 h 1607"/>
                <a:gd name="T64" fmla="*/ 335 w 532"/>
                <a:gd name="T65" fmla="*/ 652 h 1607"/>
                <a:gd name="T66" fmla="*/ 335 w 532"/>
                <a:gd name="T67" fmla="*/ 460 h 1607"/>
                <a:gd name="T68" fmla="*/ 438 w 532"/>
                <a:gd name="T69" fmla="*/ 460 h 1607"/>
                <a:gd name="T70" fmla="*/ 438 w 532"/>
                <a:gd name="T71" fmla="*/ 566 h 1607"/>
                <a:gd name="T72" fmla="*/ 335 w 532"/>
                <a:gd name="T73" fmla="*/ 566 h 1607"/>
                <a:gd name="T74" fmla="*/ 335 w 532"/>
                <a:gd name="T75" fmla="*/ 460 h 1607"/>
                <a:gd name="T76" fmla="*/ 93 w 532"/>
                <a:gd name="T77" fmla="*/ 1226 h 1607"/>
                <a:gd name="T78" fmla="*/ 196 w 532"/>
                <a:gd name="T79" fmla="*/ 1226 h 1607"/>
                <a:gd name="T80" fmla="*/ 196 w 532"/>
                <a:gd name="T81" fmla="*/ 1329 h 1607"/>
                <a:gd name="T82" fmla="*/ 93 w 532"/>
                <a:gd name="T83" fmla="*/ 1329 h 1607"/>
                <a:gd name="T84" fmla="*/ 93 w 532"/>
                <a:gd name="T85" fmla="*/ 1226 h 1607"/>
                <a:gd name="T86" fmla="*/ 93 w 532"/>
                <a:gd name="T87" fmla="*/ 1034 h 1607"/>
                <a:gd name="T88" fmla="*/ 196 w 532"/>
                <a:gd name="T89" fmla="*/ 1034 h 1607"/>
                <a:gd name="T90" fmla="*/ 196 w 532"/>
                <a:gd name="T91" fmla="*/ 1137 h 1607"/>
                <a:gd name="T92" fmla="*/ 93 w 532"/>
                <a:gd name="T93" fmla="*/ 1137 h 1607"/>
                <a:gd name="T94" fmla="*/ 93 w 532"/>
                <a:gd name="T95" fmla="*/ 1034 h 1607"/>
                <a:gd name="T96" fmla="*/ 93 w 532"/>
                <a:gd name="T97" fmla="*/ 842 h 1607"/>
                <a:gd name="T98" fmla="*/ 196 w 532"/>
                <a:gd name="T99" fmla="*/ 842 h 1607"/>
                <a:gd name="T100" fmla="*/ 196 w 532"/>
                <a:gd name="T101" fmla="*/ 947 h 1607"/>
                <a:gd name="T102" fmla="*/ 93 w 532"/>
                <a:gd name="T103" fmla="*/ 947 h 1607"/>
                <a:gd name="T104" fmla="*/ 93 w 532"/>
                <a:gd name="T105" fmla="*/ 842 h 1607"/>
                <a:gd name="T106" fmla="*/ 93 w 532"/>
                <a:gd name="T107" fmla="*/ 652 h 1607"/>
                <a:gd name="T108" fmla="*/ 196 w 532"/>
                <a:gd name="T109" fmla="*/ 652 h 1607"/>
                <a:gd name="T110" fmla="*/ 196 w 532"/>
                <a:gd name="T111" fmla="*/ 755 h 1607"/>
                <a:gd name="T112" fmla="*/ 93 w 532"/>
                <a:gd name="T113" fmla="*/ 755 h 1607"/>
                <a:gd name="T114" fmla="*/ 93 w 532"/>
                <a:gd name="T115" fmla="*/ 652 h 1607"/>
                <a:gd name="T116" fmla="*/ 93 w 532"/>
                <a:gd name="T117" fmla="*/ 460 h 1607"/>
                <a:gd name="T118" fmla="*/ 196 w 532"/>
                <a:gd name="T119" fmla="*/ 460 h 1607"/>
                <a:gd name="T120" fmla="*/ 196 w 532"/>
                <a:gd name="T121" fmla="*/ 566 h 1607"/>
                <a:gd name="T122" fmla="*/ 93 w 532"/>
                <a:gd name="T123" fmla="*/ 566 h 1607"/>
                <a:gd name="T124" fmla="*/ 93 w 532"/>
                <a:gd name="T125" fmla="*/ 460 h 1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32" h="1607">
                  <a:moveTo>
                    <a:pt x="0" y="314"/>
                  </a:moveTo>
                  <a:lnTo>
                    <a:pt x="0" y="1607"/>
                  </a:lnTo>
                  <a:lnTo>
                    <a:pt x="532" y="1607"/>
                  </a:lnTo>
                  <a:lnTo>
                    <a:pt x="532" y="314"/>
                  </a:lnTo>
                  <a:lnTo>
                    <a:pt x="347" y="314"/>
                  </a:lnTo>
                  <a:lnTo>
                    <a:pt x="347" y="192"/>
                  </a:lnTo>
                  <a:lnTo>
                    <a:pt x="242" y="192"/>
                  </a:lnTo>
                  <a:lnTo>
                    <a:pt x="242" y="314"/>
                  </a:lnTo>
                  <a:lnTo>
                    <a:pt x="163" y="314"/>
                  </a:lnTo>
                  <a:lnTo>
                    <a:pt x="163" y="0"/>
                  </a:lnTo>
                  <a:lnTo>
                    <a:pt x="55" y="0"/>
                  </a:lnTo>
                  <a:lnTo>
                    <a:pt x="55" y="314"/>
                  </a:lnTo>
                  <a:lnTo>
                    <a:pt x="0" y="314"/>
                  </a:lnTo>
                  <a:close/>
                  <a:moveTo>
                    <a:pt x="335" y="1226"/>
                  </a:moveTo>
                  <a:lnTo>
                    <a:pt x="438" y="1226"/>
                  </a:lnTo>
                  <a:lnTo>
                    <a:pt x="438" y="1329"/>
                  </a:lnTo>
                  <a:lnTo>
                    <a:pt x="335" y="1329"/>
                  </a:lnTo>
                  <a:lnTo>
                    <a:pt x="335" y="1226"/>
                  </a:lnTo>
                  <a:close/>
                  <a:moveTo>
                    <a:pt x="335" y="1034"/>
                  </a:moveTo>
                  <a:lnTo>
                    <a:pt x="438" y="1034"/>
                  </a:lnTo>
                  <a:lnTo>
                    <a:pt x="438" y="1137"/>
                  </a:lnTo>
                  <a:lnTo>
                    <a:pt x="335" y="1137"/>
                  </a:lnTo>
                  <a:lnTo>
                    <a:pt x="335" y="1034"/>
                  </a:lnTo>
                  <a:close/>
                  <a:moveTo>
                    <a:pt x="335" y="842"/>
                  </a:moveTo>
                  <a:lnTo>
                    <a:pt x="438" y="842"/>
                  </a:lnTo>
                  <a:lnTo>
                    <a:pt x="438" y="947"/>
                  </a:lnTo>
                  <a:lnTo>
                    <a:pt x="335" y="947"/>
                  </a:lnTo>
                  <a:lnTo>
                    <a:pt x="335" y="842"/>
                  </a:lnTo>
                  <a:close/>
                  <a:moveTo>
                    <a:pt x="335" y="652"/>
                  </a:moveTo>
                  <a:lnTo>
                    <a:pt x="438" y="652"/>
                  </a:lnTo>
                  <a:lnTo>
                    <a:pt x="438" y="755"/>
                  </a:lnTo>
                  <a:lnTo>
                    <a:pt x="335" y="755"/>
                  </a:lnTo>
                  <a:lnTo>
                    <a:pt x="335" y="652"/>
                  </a:lnTo>
                  <a:close/>
                  <a:moveTo>
                    <a:pt x="335" y="460"/>
                  </a:moveTo>
                  <a:lnTo>
                    <a:pt x="438" y="460"/>
                  </a:lnTo>
                  <a:lnTo>
                    <a:pt x="438" y="566"/>
                  </a:lnTo>
                  <a:lnTo>
                    <a:pt x="335" y="566"/>
                  </a:lnTo>
                  <a:lnTo>
                    <a:pt x="335" y="460"/>
                  </a:lnTo>
                  <a:close/>
                  <a:moveTo>
                    <a:pt x="93" y="1226"/>
                  </a:moveTo>
                  <a:lnTo>
                    <a:pt x="196" y="1226"/>
                  </a:lnTo>
                  <a:lnTo>
                    <a:pt x="196" y="1329"/>
                  </a:lnTo>
                  <a:lnTo>
                    <a:pt x="93" y="1329"/>
                  </a:lnTo>
                  <a:lnTo>
                    <a:pt x="93" y="1226"/>
                  </a:lnTo>
                  <a:close/>
                  <a:moveTo>
                    <a:pt x="93" y="1034"/>
                  </a:moveTo>
                  <a:lnTo>
                    <a:pt x="196" y="1034"/>
                  </a:lnTo>
                  <a:lnTo>
                    <a:pt x="196" y="1137"/>
                  </a:lnTo>
                  <a:lnTo>
                    <a:pt x="93" y="1137"/>
                  </a:lnTo>
                  <a:lnTo>
                    <a:pt x="93" y="1034"/>
                  </a:lnTo>
                  <a:close/>
                  <a:moveTo>
                    <a:pt x="93" y="842"/>
                  </a:moveTo>
                  <a:lnTo>
                    <a:pt x="196" y="842"/>
                  </a:lnTo>
                  <a:lnTo>
                    <a:pt x="196" y="947"/>
                  </a:lnTo>
                  <a:lnTo>
                    <a:pt x="93" y="947"/>
                  </a:lnTo>
                  <a:lnTo>
                    <a:pt x="93" y="842"/>
                  </a:lnTo>
                  <a:close/>
                  <a:moveTo>
                    <a:pt x="93" y="652"/>
                  </a:moveTo>
                  <a:lnTo>
                    <a:pt x="196" y="652"/>
                  </a:lnTo>
                  <a:lnTo>
                    <a:pt x="196" y="755"/>
                  </a:lnTo>
                  <a:lnTo>
                    <a:pt x="93" y="755"/>
                  </a:lnTo>
                  <a:lnTo>
                    <a:pt x="93" y="652"/>
                  </a:lnTo>
                  <a:close/>
                  <a:moveTo>
                    <a:pt x="93" y="460"/>
                  </a:moveTo>
                  <a:lnTo>
                    <a:pt x="196" y="460"/>
                  </a:lnTo>
                  <a:lnTo>
                    <a:pt x="196" y="566"/>
                  </a:lnTo>
                  <a:lnTo>
                    <a:pt x="93" y="566"/>
                  </a:lnTo>
                  <a:lnTo>
                    <a:pt x="93" y="4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0" name="işḻîdê"/>
            <p:cNvSpPr/>
            <p:nvPr/>
          </p:nvSpPr>
          <p:spPr bwMode="auto">
            <a:xfrm>
              <a:off x="3008313" y="2128838"/>
              <a:ext cx="844550" cy="3994150"/>
            </a:xfrm>
            <a:custGeom>
              <a:avLst/>
              <a:gdLst>
                <a:gd name="T0" fmla="*/ 0 w 532"/>
                <a:gd name="T1" fmla="*/ 463 h 2516"/>
                <a:gd name="T2" fmla="*/ 0 w 532"/>
                <a:gd name="T3" fmla="*/ 2516 h 2516"/>
                <a:gd name="T4" fmla="*/ 532 w 532"/>
                <a:gd name="T5" fmla="*/ 2516 h 2516"/>
                <a:gd name="T6" fmla="*/ 532 w 532"/>
                <a:gd name="T7" fmla="*/ 463 h 2516"/>
                <a:gd name="T8" fmla="*/ 258 w 532"/>
                <a:gd name="T9" fmla="*/ 0 h 2516"/>
                <a:gd name="T10" fmla="*/ 0 w 532"/>
                <a:gd name="T11" fmla="*/ 463 h 2516"/>
                <a:gd name="T12" fmla="*/ 371 w 532"/>
                <a:gd name="T13" fmla="*/ 1832 h 2516"/>
                <a:gd name="T14" fmla="*/ 443 w 532"/>
                <a:gd name="T15" fmla="*/ 1832 h 2516"/>
                <a:gd name="T16" fmla="*/ 443 w 532"/>
                <a:gd name="T17" fmla="*/ 2139 h 2516"/>
                <a:gd name="T18" fmla="*/ 371 w 532"/>
                <a:gd name="T19" fmla="*/ 2139 h 2516"/>
                <a:gd name="T20" fmla="*/ 371 w 532"/>
                <a:gd name="T21" fmla="*/ 1832 h 2516"/>
                <a:gd name="T22" fmla="*/ 371 w 532"/>
                <a:gd name="T23" fmla="*/ 1432 h 2516"/>
                <a:gd name="T24" fmla="*/ 443 w 532"/>
                <a:gd name="T25" fmla="*/ 1432 h 2516"/>
                <a:gd name="T26" fmla="*/ 443 w 532"/>
                <a:gd name="T27" fmla="*/ 1739 h 2516"/>
                <a:gd name="T28" fmla="*/ 371 w 532"/>
                <a:gd name="T29" fmla="*/ 1739 h 2516"/>
                <a:gd name="T30" fmla="*/ 371 w 532"/>
                <a:gd name="T31" fmla="*/ 1432 h 2516"/>
                <a:gd name="T32" fmla="*/ 371 w 532"/>
                <a:gd name="T33" fmla="*/ 630 h 2516"/>
                <a:gd name="T34" fmla="*/ 443 w 532"/>
                <a:gd name="T35" fmla="*/ 630 h 2516"/>
                <a:gd name="T36" fmla="*/ 443 w 532"/>
                <a:gd name="T37" fmla="*/ 938 h 2516"/>
                <a:gd name="T38" fmla="*/ 371 w 532"/>
                <a:gd name="T39" fmla="*/ 938 h 2516"/>
                <a:gd name="T40" fmla="*/ 371 w 532"/>
                <a:gd name="T41" fmla="*/ 630 h 2516"/>
                <a:gd name="T42" fmla="*/ 230 w 532"/>
                <a:gd name="T43" fmla="*/ 1832 h 2516"/>
                <a:gd name="T44" fmla="*/ 302 w 532"/>
                <a:gd name="T45" fmla="*/ 1832 h 2516"/>
                <a:gd name="T46" fmla="*/ 302 w 532"/>
                <a:gd name="T47" fmla="*/ 2139 h 2516"/>
                <a:gd name="T48" fmla="*/ 230 w 532"/>
                <a:gd name="T49" fmla="*/ 2139 h 2516"/>
                <a:gd name="T50" fmla="*/ 230 w 532"/>
                <a:gd name="T51" fmla="*/ 1832 h 2516"/>
                <a:gd name="T52" fmla="*/ 230 w 532"/>
                <a:gd name="T53" fmla="*/ 1432 h 2516"/>
                <a:gd name="T54" fmla="*/ 302 w 532"/>
                <a:gd name="T55" fmla="*/ 1432 h 2516"/>
                <a:gd name="T56" fmla="*/ 302 w 532"/>
                <a:gd name="T57" fmla="*/ 1739 h 2516"/>
                <a:gd name="T58" fmla="*/ 230 w 532"/>
                <a:gd name="T59" fmla="*/ 1739 h 2516"/>
                <a:gd name="T60" fmla="*/ 230 w 532"/>
                <a:gd name="T61" fmla="*/ 1432 h 2516"/>
                <a:gd name="T62" fmla="*/ 230 w 532"/>
                <a:gd name="T63" fmla="*/ 1031 h 2516"/>
                <a:gd name="T64" fmla="*/ 302 w 532"/>
                <a:gd name="T65" fmla="*/ 1031 h 2516"/>
                <a:gd name="T66" fmla="*/ 302 w 532"/>
                <a:gd name="T67" fmla="*/ 1338 h 2516"/>
                <a:gd name="T68" fmla="*/ 230 w 532"/>
                <a:gd name="T69" fmla="*/ 1338 h 2516"/>
                <a:gd name="T70" fmla="*/ 230 w 532"/>
                <a:gd name="T71" fmla="*/ 1031 h 2516"/>
                <a:gd name="T72" fmla="*/ 230 w 532"/>
                <a:gd name="T73" fmla="*/ 630 h 2516"/>
                <a:gd name="T74" fmla="*/ 302 w 532"/>
                <a:gd name="T75" fmla="*/ 630 h 2516"/>
                <a:gd name="T76" fmla="*/ 302 w 532"/>
                <a:gd name="T77" fmla="*/ 938 h 2516"/>
                <a:gd name="T78" fmla="*/ 230 w 532"/>
                <a:gd name="T79" fmla="*/ 938 h 2516"/>
                <a:gd name="T80" fmla="*/ 230 w 532"/>
                <a:gd name="T81" fmla="*/ 630 h 2516"/>
                <a:gd name="T82" fmla="*/ 88 w 532"/>
                <a:gd name="T83" fmla="*/ 1832 h 2516"/>
                <a:gd name="T84" fmla="*/ 160 w 532"/>
                <a:gd name="T85" fmla="*/ 1832 h 2516"/>
                <a:gd name="T86" fmla="*/ 160 w 532"/>
                <a:gd name="T87" fmla="*/ 2139 h 2516"/>
                <a:gd name="T88" fmla="*/ 88 w 532"/>
                <a:gd name="T89" fmla="*/ 2139 h 2516"/>
                <a:gd name="T90" fmla="*/ 88 w 532"/>
                <a:gd name="T91" fmla="*/ 1832 h 2516"/>
                <a:gd name="T92" fmla="*/ 88 w 532"/>
                <a:gd name="T93" fmla="*/ 1031 h 2516"/>
                <a:gd name="T94" fmla="*/ 160 w 532"/>
                <a:gd name="T95" fmla="*/ 1031 h 2516"/>
                <a:gd name="T96" fmla="*/ 160 w 532"/>
                <a:gd name="T97" fmla="*/ 1338 h 2516"/>
                <a:gd name="T98" fmla="*/ 88 w 532"/>
                <a:gd name="T99" fmla="*/ 1338 h 2516"/>
                <a:gd name="T100" fmla="*/ 88 w 532"/>
                <a:gd name="T101" fmla="*/ 1031 h 2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2" h="2516">
                  <a:moveTo>
                    <a:pt x="0" y="463"/>
                  </a:moveTo>
                  <a:lnTo>
                    <a:pt x="0" y="2516"/>
                  </a:lnTo>
                  <a:lnTo>
                    <a:pt x="532" y="2516"/>
                  </a:lnTo>
                  <a:lnTo>
                    <a:pt x="532" y="463"/>
                  </a:lnTo>
                  <a:lnTo>
                    <a:pt x="258" y="0"/>
                  </a:lnTo>
                  <a:lnTo>
                    <a:pt x="0" y="463"/>
                  </a:lnTo>
                  <a:close/>
                  <a:moveTo>
                    <a:pt x="371" y="1832"/>
                  </a:moveTo>
                  <a:lnTo>
                    <a:pt x="443" y="1832"/>
                  </a:lnTo>
                  <a:lnTo>
                    <a:pt x="443" y="2139"/>
                  </a:lnTo>
                  <a:lnTo>
                    <a:pt x="371" y="2139"/>
                  </a:lnTo>
                  <a:lnTo>
                    <a:pt x="371" y="1832"/>
                  </a:lnTo>
                  <a:close/>
                  <a:moveTo>
                    <a:pt x="371" y="1432"/>
                  </a:moveTo>
                  <a:lnTo>
                    <a:pt x="443" y="1432"/>
                  </a:lnTo>
                  <a:lnTo>
                    <a:pt x="443" y="1739"/>
                  </a:lnTo>
                  <a:lnTo>
                    <a:pt x="371" y="1739"/>
                  </a:lnTo>
                  <a:lnTo>
                    <a:pt x="371" y="1432"/>
                  </a:lnTo>
                  <a:close/>
                  <a:moveTo>
                    <a:pt x="371" y="630"/>
                  </a:moveTo>
                  <a:lnTo>
                    <a:pt x="443" y="630"/>
                  </a:lnTo>
                  <a:lnTo>
                    <a:pt x="443" y="938"/>
                  </a:lnTo>
                  <a:lnTo>
                    <a:pt x="371" y="938"/>
                  </a:lnTo>
                  <a:lnTo>
                    <a:pt x="371" y="630"/>
                  </a:lnTo>
                  <a:close/>
                  <a:moveTo>
                    <a:pt x="230" y="1832"/>
                  </a:moveTo>
                  <a:lnTo>
                    <a:pt x="302" y="1832"/>
                  </a:lnTo>
                  <a:lnTo>
                    <a:pt x="302" y="2139"/>
                  </a:lnTo>
                  <a:lnTo>
                    <a:pt x="230" y="2139"/>
                  </a:lnTo>
                  <a:lnTo>
                    <a:pt x="230" y="1832"/>
                  </a:lnTo>
                  <a:close/>
                  <a:moveTo>
                    <a:pt x="230" y="1432"/>
                  </a:moveTo>
                  <a:lnTo>
                    <a:pt x="302" y="1432"/>
                  </a:lnTo>
                  <a:lnTo>
                    <a:pt x="302" y="1739"/>
                  </a:lnTo>
                  <a:lnTo>
                    <a:pt x="230" y="1739"/>
                  </a:lnTo>
                  <a:lnTo>
                    <a:pt x="230" y="1432"/>
                  </a:lnTo>
                  <a:close/>
                  <a:moveTo>
                    <a:pt x="230" y="1031"/>
                  </a:moveTo>
                  <a:lnTo>
                    <a:pt x="302" y="1031"/>
                  </a:lnTo>
                  <a:lnTo>
                    <a:pt x="302" y="1338"/>
                  </a:lnTo>
                  <a:lnTo>
                    <a:pt x="230" y="1338"/>
                  </a:lnTo>
                  <a:lnTo>
                    <a:pt x="230" y="1031"/>
                  </a:lnTo>
                  <a:close/>
                  <a:moveTo>
                    <a:pt x="230" y="630"/>
                  </a:moveTo>
                  <a:lnTo>
                    <a:pt x="302" y="630"/>
                  </a:lnTo>
                  <a:lnTo>
                    <a:pt x="302" y="938"/>
                  </a:lnTo>
                  <a:lnTo>
                    <a:pt x="230" y="938"/>
                  </a:lnTo>
                  <a:lnTo>
                    <a:pt x="230" y="630"/>
                  </a:lnTo>
                  <a:close/>
                  <a:moveTo>
                    <a:pt x="88" y="1832"/>
                  </a:moveTo>
                  <a:lnTo>
                    <a:pt x="160" y="1832"/>
                  </a:lnTo>
                  <a:lnTo>
                    <a:pt x="160" y="2139"/>
                  </a:lnTo>
                  <a:lnTo>
                    <a:pt x="88" y="2139"/>
                  </a:lnTo>
                  <a:lnTo>
                    <a:pt x="88" y="1832"/>
                  </a:lnTo>
                  <a:close/>
                  <a:moveTo>
                    <a:pt x="88" y="1031"/>
                  </a:moveTo>
                  <a:lnTo>
                    <a:pt x="160" y="1031"/>
                  </a:lnTo>
                  <a:lnTo>
                    <a:pt x="160" y="1338"/>
                  </a:lnTo>
                  <a:lnTo>
                    <a:pt x="88" y="1338"/>
                  </a:lnTo>
                  <a:lnTo>
                    <a:pt x="88" y="10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1" name="îṡḻïḍê"/>
            <p:cNvSpPr/>
            <p:nvPr/>
          </p:nvSpPr>
          <p:spPr bwMode="auto">
            <a:xfrm>
              <a:off x="2041526" y="3784600"/>
              <a:ext cx="844550" cy="2338388"/>
            </a:xfrm>
            <a:custGeom>
              <a:avLst/>
              <a:gdLst>
                <a:gd name="T0" fmla="*/ 0 w 532"/>
                <a:gd name="T1" fmla="*/ 384 h 1473"/>
                <a:gd name="T2" fmla="*/ 0 w 532"/>
                <a:gd name="T3" fmla="*/ 1473 h 1473"/>
                <a:gd name="T4" fmla="*/ 532 w 532"/>
                <a:gd name="T5" fmla="*/ 1473 h 1473"/>
                <a:gd name="T6" fmla="*/ 532 w 532"/>
                <a:gd name="T7" fmla="*/ 384 h 1473"/>
                <a:gd name="T8" fmla="*/ 465 w 532"/>
                <a:gd name="T9" fmla="*/ 384 h 1473"/>
                <a:gd name="T10" fmla="*/ 465 w 532"/>
                <a:gd name="T11" fmla="*/ 283 h 1473"/>
                <a:gd name="T12" fmla="*/ 388 w 532"/>
                <a:gd name="T13" fmla="*/ 283 h 1473"/>
                <a:gd name="T14" fmla="*/ 388 w 532"/>
                <a:gd name="T15" fmla="*/ 0 h 1473"/>
                <a:gd name="T16" fmla="*/ 143 w 532"/>
                <a:gd name="T17" fmla="*/ 0 h 1473"/>
                <a:gd name="T18" fmla="*/ 143 w 532"/>
                <a:gd name="T19" fmla="*/ 283 h 1473"/>
                <a:gd name="T20" fmla="*/ 67 w 532"/>
                <a:gd name="T21" fmla="*/ 283 h 1473"/>
                <a:gd name="T22" fmla="*/ 67 w 532"/>
                <a:gd name="T23" fmla="*/ 384 h 1473"/>
                <a:gd name="T24" fmla="*/ 0 w 532"/>
                <a:gd name="T25" fmla="*/ 384 h 1473"/>
                <a:gd name="T26" fmla="*/ 362 w 532"/>
                <a:gd name="T27" fmla="*/ 1029 h 1473"/>
                <a:gd name="T28" fmla="*/ 457 w 532"/>
                <a:gd name="T29" fmla="*/ 1029 h 1473"/>
                <a:gd name="T30" fmla="*/ 457 w 532"/>
                <a:gd name="T31" fmla="*/ 1137 h 1473"/>
                <a:gd name="T32" fmla="*/ 362 w 532"/>
                <a:gd name="T33" fmla="*/ 1137 h 1473"/>
                <a:gd name="T34" fmla="*/ 362 w 532"/>
                <a:gd name="T35" fmla="*/ 1029 h 1473"/>
                <a:gd name="T36" fmla="*/ 362 w 532"/>
                <a:gd name="T37" fmla="*/ 681 h 1473"/>
                <a:gd name="T38" fmla="*/ 457 w 532"/>
                <a:gd name="T39" fmla="*/ 681 h 1473"/>
                <a:gd name="T40" fmla="*/ 457 w 532"/>
                <a:gd name="T41" fmla="*/ 792 h 1473"/>
                <a:gd name="T42" fmla="*/ 362 w 532"/>
                <a:gd name="T43" fmla="*/ 792 h 1473"/>
                <a:gd name="T44" fmla="*/ 362 w 532"/>
                <a:gd name="T45" fmla="*/ 681 h 1473"/>
                <a:gd name="T46" fmla="*/ 362 w 532"/>
                <a:gd name="T47" fmla="*/ 509 h 1473"/>
                <a:gd name="T48" fmla="*/ 457 w 532"/>
                <a:gd name="T49" fmla="*/ 509 h 1473"/>
                <a:gd name="T50" fmla="*/ 457 w 532"/>
                <a:gd name="T51" fmla="*/ 619 h 1473"/>
                <a:gd name="T52" fmla="*/ 362 w 532"/>
                <a:gd name="T53" fmla="*/ 619 h 1473"/>
                <a:gd name="T54" fmla="*/ 362 w 532"/>
                <a:gd name="T55" fmla="*/ 509 h 1473"/>
                <a:gd name="T56" fmla="*/ 218 w 532"/>
                <a:gd name="T57" fmla="*/ 854 h 1473"/>
                <a:gd name="T58" fmla="*/ 314 w 532"/>
                <a:gd name="T59" fmla="*/ 854 h 1473"/>
                <a:gd name="T60" fmla="*/ 314 w 532"/>
                <a:gd name="T61" fmla="*/ 964 h 1473"/>
                <a:gd name="T62" fmla="*/ 218 w 532"/>
                <a:gd name="T63" fmla="*/ 964 h 1473"/>
                <a:gd name="T64" fmla="*/ 218 w 532"/>
                <a:gd name="T65" fmla="*/ 854 h 1473"/>
                <a:gd name="T66" fmla="*/ 218 w 532"/>
                <a:gd name="T67" fmla="*/ 681 h 1473"/>
                <a:gd name="T68" fmla="*/ 314 w 532"/>
                <a:gd name="T69" fmla="*/ 681 h 1473"/>
                <a:gd name="T70" fmla="*/ 314 w 532"/>
                <a:gd name="T71" fmla="*/ 792 h 1473"/>
                <a:gd name="T72" fmla="*/ 218 w 532"/>
                <a:gd name="T73" fmla="*/ 792 h 1473"/>
                <a:gd name="T74" fmla="*/ 218 w 532"/>
                <a:gd name="T75" fmla="*/ 681 h 1473"/>
                <a:gd name="T76" fmla="*/ 218 w 532"/>
                <a:gd name="T77" fmla="*/ 509 h 1473"/>
                <a:gd name="T78" fmla="*/ 314 w 532"/>
                <a:gd name="T79" fmla="*/ 509 h 1473"/>
                <a:gd name="T80" fmla="*/ 314 w 532"/>
                <a:gd name="T81" fmla="*/ 619 h 1473"/>
                <a:gd name="T82" fmla="*/ 218 w 532"/>
                <a:gd name="T83" fmla="*/ 619 h 1473"/>
                <a:gd name="T84" fmla="*/ 218 w 532"/>
                <a:gd name="T85" fmla="*/ 509 h 1473"/>
                <a:gd name="T86" fmla="*/ 74 w 532"/>
                <a:gd name="T87" fmla="*/ 1029 h 1473"/>
                <a:gd name="T88" fmla="*/ 170 w 532"/>
                <a:gd name="T89" fmla="*/ 1029 h 1473"/>
                <a:gd name="T90" fmla="*/ 170 w 532"/>
                <a:gd name="T91" fmla="*/ 1137 h 1473"/>
                <a:gd name="T92" fmla="*/ 74 w 532"/>
                <a:gd name="T93" fmla="*/ 1137 h 1473"/>
                <a:gd name="T94" fmla="*/ 74 w 532"/>
                <a:gd name="T95" fmla="*/ 1029 h 1473"/>
                <a:gd name="T96" fmla="*/ 74 w 532"/>
                <a:gd name="T97" fmla="*/ 854 h 1473"/>
                <a:gd name="T98" fmla="*/ 170 w 532"/>
                <a:gd name="T99" fmla="*/ 854 h 1473"/>
                <a:gd name="T100" fmla="*/ 170 w 532"/>
                <a:gd name="T101" fmla="*/ 964 h 1473"/>
                <a:gd name="T102" fmla="*/ 74 w 532"/>
                <a:gd name="T103" fmla="*/ 964 h 1473"/>
                <a:gd name="T104" fmla="*/ 74 w 532"/>
                <a:gd name="T105" fmla="*/ 854 h 1473"/>
                <a:gd name="T106" fmla="*/ 74 w 532"/>
                <a:gd name="T107" fmla="*/ 681 h 1473"/>
                <a:gd name="T108" fmla="*/ 170 w 532"/>
                <a:gd name="T109" fmla="*/ 681 h 1473"/>
                <a:gd name="T110" fmla="*/ 170 w 532"/>
                <a:gd name="T111" fmla="*/ 792 h 1473"/>
                <a:gd name="T112" fmla="*/ 74 w 532"/>
                <a:gd name="T113" fmla="*/ 792 h 1473"/>
                <a:gd name="T114" fmla="*/ 74 w 532"/>
                <a:gd name="T115" fmla="*/ 681 h 1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2" h="1473">
                  <a:moveTo>
                    <a:pt x="0" y="384"/>
                  </a:moveTo>
                  <a:lnTo>
                    <a:pt x="0" y="1473"/>
                  </a:lnTo>
                  <a:lnTo>
                    <a:pt x="532" y="1473"/>
                  </a:lnTo>
                  <a:lnTo>
                    <a:pt x="532" y="384"/>
                  </a:lnTo>
                  <a:lnTo>
                    <a:pt x="465" y="384"/>
                  </a:lnTo>
                  <a:lnTo>
                    <a:pt x="465" y="283"/>
                  </a:lnTo>
                  <a:lnTo>
                    <a:pt x="388" y="283"/>
                  </a:lnTo>
                  <a:lnTo>
                    <a:pt x="388" y="0"/>
                  </a:lnTo>
                  <a:lnTo>
                    <a:pt x="143" y="0"/>
                  </a:lnTo>
                  <a:lnTo>
                    <a:pt x="143" y="283"/>
                  </a:lnTo>
                  <a:lnTo>
                    <a:pt x="67" y="283"/>
                  </a:lnTo>
                  <a:lnTo>
                    <a:pt x="67" y="384"/>
                  </a:lnTo>
                  <a:lnTo>
                    <a:pt x="0" y="384"/>
                  </a:lnTo>
                  <a:close/>
                  <a:moveTo>
                    <a:pt x="362" y="1029"/>
                  </a:moveTo>
                  <a:lnTo>
                    <a:pt x="457" y="1029"/>
                  </a:lnTo>
                  <a:lnTo>
                    <a:pt x="457" y="1137"/>
                  </a:lnTo>
                  <a:lnTo>
                    <a:pt x="362" y="1137"/>
                  </a:lnTo>
                  <a:lnTo>
                    <a:pt x="362" y="1029"/>
                  </a:lnTo>
                  <a:close/>
                  <a:moveTo>
                    <a:pt x="362" y="681"/>
                  </a:moveTo>
                  <a:lnTo>
                    <a:pt x="457" y="681"/>
                  </a:lnTo>
                  <a:lnTo>
                    <a:pt x="457" y="792"/>
                  </a:lnTo>
                  <a:lnTo>
                    <a:pt x="362" y="792"/>
                  </a:lnTo>
                  <a:lnTo>
                    <a:pt x="362" y="681"/>
                  </a:lnTo>
                  <a:close/>
                  <a:moveTo>
                    <a:pt x="362" y="509"/>
                  </a:moveTo>
                  <a:lnTo>
                    <a:pt x="457" y="509"/>
                  </a:lnTo>
                  <a:lnTo>
                    <a:pt x="457" y="619"/>
                  </a:lnTo>
                  <a:lnTo>
                    <a:pt x="362" y="619"/>
                  </a:lnTo>
                  <a:lnTo>
                    <a:pt x="362" y="509"/>
                  </a:lnTo>
                  <a:close/>
                  <a:moveTo>
                    <a:pt x="218" y="854"/>
                  </a:moveTo>
                  <a:lnTo>
                    <a:pt x="314" y="854"/>
                  </a:lnTo>
                  <a:lnTo>
                    <a:pt x="314" y="964"/>
                  </a:lnTo>
                  <a:lnTo>
                    <a:pt x="218" y="964"/>
                  </a:lnTo>
                  <a:lnTo>
                    <a:pt x="218" y="854"/>
                  </a:lnTo>
                  <a:close/>
                  <a:moveTo>
                    <a:pt x="218" y="681"/>
                  </a:moveTo>
                  <a:lnTo>
                    <a:pt x="314" y="681"/>
                  </a:lnTo>
                  <a:lnTo>
                    <a:pt x="314" y="792"/>
                  </a:lnTo>
                  <a:lnTo>
                    <a:pt x="218" y="792"/>
                  </a:lnTo>
                  <a:lnTo>
                    <a:pt x="218" y="681"/>
                  </a:lnTo>
                  <a:close/>
                  <a:moveTo>
                    <a:pt x="218" y="509"/>
                  </a:moveTo>
                  <a:lnTo>
                    <a:pt x="314" y="509"/>
                  </a:lnTo>
                  <a:lnTo>
                    <a:pt x="314" y="619"/>
                  </a:lnTo>
                  <a:lnTo>
                    <a:pt x="218" y="619"/>
                  </a:lnTo>
                  <a:lnTo>
                    <a:pt x="218" y="509"/>
                  </a:lnTo>
                  <a:close/>
                  <a:moveTo>
                    <a:pt x="74" y="1029"/>
                  </a:moveTo>
                  <a:lnTo>
                    <a:pt x="170" y="1029"/>
                  </a:lnTo>
                  <a:lnTo>
                    <a:pt x="170" y="1137"/>
                  </a:lnTo>
                  <a:lnTo>
                    <a:pt x="74" y="1137"/>
                  </a:lnTo>
                  <a:lnTo>
                    <a:pt x="74" y="1029"/>
                  </a:lnTo>
                  <a:close/>
                  <a:moveTo>
                    <a:pt x="74" y="854"/>
                  </a:moveTo>
                  <a:lnTo>
                    <a:pt x="170" y="854"/>
                  </a:lnTo>
                  <a:lnTo>
                    <a:pt x="170" y="964"/>
                  </a:lnTo>
                  <a:lnTo>
                    <a:pt x="74" y="964"/>
                  </a:lnTo>
                  <a:lnTo>
                    <a:pt x="74" y="854"/>
                  </a:lnTo>
                  <a:close/>
                  <a:moveTo>
                    <a:pt x="74" y="681"/>
                  </a:moveTo>
                  <a:lnTo>
                    <a:pt x="170" y="681"/>
                  </a:lnTo>
                  <a:lnTo>
                    <a:pt x="170" y="792"/>
                  </a:lnTo>
                  <a:lnTo>
                    <a:pt x="74" y="792"/>
                  </a:lnTo>
                  <a:lnTo>
                    <a:pt x="74" y="6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2" name="iṧlïḋe"/>
            <p:cNvSpPr/>
            <p:nvPr/>
          </p:nvSpPr>
          <p:spPr bwMode="auto">
            <a:xfrm>
              <a:off x="4940301" y="3128963"/>
              <a:ext cx="846138" cy="2994025"/>
            </a:xfrm>
            <a:custGeom>
              <a:avLst/>
              <a:gdLst>
                <a:gd name="T0" fmla="*/ 0 w 533"/>
                <a:gd name="T1" fmla="*/ 1886 h 1886"/>
                <a:gd name="T2" fmla="*/ 533 w 533"/>
                <a:gd name="T3" fmla="*/ 92 h 1886"/>
                <a:gd name="T4" fmla="*/ 487 w 533"/>
                <a:gd name="T5" fmla="*/ 0 h 1886"/>
                <a:gd name="T6" fmla="*/ 202 w 533"/>
                <a:gd name="T7" fmla="*/ 92 h 1886"/>
                <a:gd name="T8" fmla="*/ 310 w 533"/>
                <a:gd name="T9" fmla="*/ 1466 h 1886"/>
                <a:gd name="T10" fmla="*/ 456 w 533"/>
                <a:gd name="T11" fmla="*/ 1517 h 1886"/>
                <a:gd name="T12" fmla="*/ 310 w 533"/>
                <a:gd name="T13" fmla="*/ 1466 h 1886"/>
                <a:gd name="T14" fmla="*/ 456 w 533"/>
                <a:gd name="T15" fmla="*/ 1346 h 1886"/>
                <a:gd name="T16" fmla="*/ 310 w 533"/>
                <a:gd name="T17" fmla="*/ 1397 h 1886"/>
                <a:gd name="T18" fmla="*/ 310 w 533"/>
                <a:gd name="T19" fmla="*/ 1226 h 1886"/>
                <a:gd name="T20" fmla="*/ 456 w 533"/>
                <a:gd name="T21" fmla="*/ 1277 h 1886"/>
                <a:gd name="T22" fmla="*/ 310 w 533"/>
                <a:gd name="T23" fmla="*/ 1226 h 1886"/>
                <a:gd name="T24" fmla="*/ 456 w 533"/>
                <a:gd name="T25" fmla="*/ 1106 h 1886"/>
                <a:gd name="T26" fmla="*/ 310 w 533"/>
                <a:gd name="T27" fmla="*/ 1157 h 1886"/>
                <a:gd name="T28" fmla="*/ 310 w 533"/>
                <a:gd name="T29" fmla="*/ 866 h 1886"/>
                <a:gd name="T30" fmla="*/ 456 w 533"/>
                <a:gd name="T31" fmla="*/ 917 h 1886"/>
                <a:gd name="T32" fmla="*/ 310 w 533"/>
                <a:gd name="T33" fmla="*/ 866 h 1886"/>
                <a:gd name="T34" fmla="*/ 456 w 533"/>
                <a:gd name="T35" fmla="*/ 747 h 1886"/>
                <a:gd name="T36" fmla="*/ 310 w 533"/>
                <a:gd name="T37" fmla="*/ 797 h 1886"/>
                <a:gd name="T38" fmla="*/ 310 w 533"/>
                <a:gd name="T39" fmla="*/ 627 h 1886"/>
                <a:gd name="T40" fmla="*/ 456 w 533"/>
                <a:gd name="T41" fmla="*/ 677 h 1886"/>
                <a:gd name="T42" fmla="*/ 310 w 533"/>
                <a:gd name="T43" fmla="*/ 627 h 1886"/>
                <a:gd name="T44" fmla="*/ 456 w 533"/>
                <a:gd name="T45" fmla="*/ 507 h 1886"/>
                <a:gd name="T46" fmla="*/ 310 w 533"/>
                <a:gd name="T47" fmla="*/ 557 h 1886"/>
                <a:gd name="T48" fmla="*/ 310 w 533"/>
                <a:gd name="T49" fmla="*/ 267 h 1886"/>
                <a:gd name="T50" fmla="*/ 456 w 533"/>
                <a:gd name="T51" fmla="*/ 317 h 1886"/>
                <a:gd name="T52" fmla="*/ 310 w 533"/>
                <a:gd name="T53" fmla="*/ 267 h 1886"/>
                <a:gd name="T54" fmla="*/ 223 w 533"/>
                <a:gd name="T55" fmla="*/ 1586 h 1886"/>
                <a:gd name="T56" fmla="*/ 77 w 533"/>
                <a:gd name="T57" fmla="*/ 1637 h 1886"/>
                <a:gd name="T58" fmla="*/ 77 w 533"/>
                <a:gd name="T59" fmla="*/ 1466 h 1886"/>
                <a:gd name="T60" fmla="*/ 223 w 533"/>
                <a:gd name="T61" fmla="*/ 1517 h 1886"/>
                <a:gd name="T62" fmla="*/ 77 w 533"/>
                <a:gd name="T63" fmla="*/ 1466 h 1886"/>
                <a:gd name="T64" fmla="*/ 223 w 533"/>
                <a:gd name="T65" fmla="*/ 1226 h 1886"/>
                <a:gd name="T66" fmla="*/ 77 w 533"/>
                <a:gd name="T67" fmla="*/ 1277 h 1886"/>
                <a:gd name="T68" fmla="*/ 77 w 533"/>
                <a:gd name="T69" fmla="*/ 986 h 1886"/>
                <a:gd name="T70" fmla="*/ 223 w 533"/>
                <a:gd name="T71" fmla="*/ 1037 h 1886"/>
                <a:gd name="T72" fmla="*/ 77 w 533"/>
                <a:gd name="T73" fmla="*/ 986 h 1886"/>
                <a:gd name="T74" fmla="*/ 223 w 533"/>
                <a:gd name="T75" fmla="*/ 866 h 1886"/>
                <a:gd name="T76" fmla="*/ 77 w 533"/>
                <a:gd name="T77" fmla="*/ 917 h 1886"/>
                <a:gd name="T78" fmla="*/ 77 w 533"/>
                <a:gd name="T79" fmla="*/ 627 h 1886"/>
                <a:gd name="T80" fmla="*/ 223 w 533"/>
                <a:gd name="T81" fmla="*/ 677 h 1886"/>
                <a:gd name="T82" fmla="*/ 77 w 533"/>
                <a:gd name="T83" fmla="*/ 627 h 1886"/>
                <a:gd name="T84" fmla="*/ 223 w 533"/>
                <a:gd name="T85" fmla="*/ 387 h 1886"/>
                <a:gd name="T86" fmla="*/ 77 w 533"/>
                <a:gd name="T87" fmla="*/ 437 h 1886"/>
                <a:gd name="T88" fmla="*/ 77 w 533"/>
                <a:gd name="T89" fmla="*/ 267 h 1886"/>
                <a:gd name="T90" fmla="*/ 223 w 533"/>
                <a:gd name="T91" fmla="*/ 317 h 1886"/>
                <a:gd name="T92" fmla="*/ 77 w 533"/>
                <a:gd name="T93" fmla="*/ 267 h 1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3" h="1886">
                  <a:moveTo>
                    <a:pt x="0" y="92"/>
                  </a:moveTo>
                  <a:lnTo>
                    <a:pt x="0" y="1886"/>
                  </a:lnTo>
                  <a:lnTo>
                    <a:pt x="533" y="1886"/>
                  </a:lnTo>
                  <a:lnTo>
                    <a:pt x="533" y="92"/>
                  </a:lnTo>
                  <a:lnTo>
                    <a:pt x="487" y="92"/>
                  </a:lnTo>
                  <a:lnTo>
                    <a:pt x="487" y="0"/>
                  </a:lnTo>
                  <a:lnTo>
                    <a:pt x="202" y="0"/>
                  </a:lnTo>
                  <a:lnTo>
                    <a:pt x="202" y="92"/>
                  </a:lnTo>
                  <a:lnTo>
                    <a:pt x="0" y="92"/>
                  </a:lnTo>
                  <a:close/>
                  <a:moveTo>
                    <a:pt x="310" y="1466"/>
                  </a:moveTo>
                  <a:lnTo>
                    <a:pt x="456" y="1466"/>
                  </a:lnTo>
                  <a:lnTo>
                    <a:pt x="456" y="1517"/>
                  </a:lnTo>
                  <a:lnTo>
                    <a:pt x="310" y="1517"/>
                  </a:lnTo>
                  <a:lnTo>
                    <a:pt x="310" y="1466"/>
                  </a:lnTo>
                  <a:close/>
                  <a:moveTo>
                    <a:pt x="310" y="1346"/>
                  </a:moveTo>
                  <a:lnTo>
                    <a:pt x="456" y="1346"/>
                  </a:lnTo>
                  <a:lnTo>
                    <a:pt x="456" y="1397"/>
                  </a:lnTo>
                  <a:lnTo>
                    <a:pt x="310" y="1397"/>
                  </a:lnTo>
                  <a:lnTo>
                    <a:pt x="310" y="1346"/>
                  </a:lnTo>
                  <a:close/>
                  <a:moveTo>
                    <a:pt x="310" y="1226"/>
                  </a:moveTo>
                  <a:lnTo>
                    <a:pt x="456" y="1226"/>
                  </a:lnTo>
                  <a:lnTo>
                    <a:pt x="456" y="1277"/>
                  </a:lnTo>
                  <a:lnTo>
                    <a:pt x="310" y="1277"/>
                  </a:lnTo>
                  <a:lnTo>
                    <a:pt x="310" y="1226"/>
                  </a:lnTo>
                  <a:close/>
                  <a:moveTo>
                    <a:pt x="310" y="1106"/>
                  </a:moveTo>
                  <a:lnTo>
                    <a:pt x="456" y="1106"/>
                  </a:lnTo>
                  <a:lnTo>
                    <a:pt x="456" y="1157"/>
                  </a:lnTo>
                  <a:lnTo>
                    <a:pt x="310" y="1157"/>
                  </a:lnTo>
                  <a:lnTo>
                    <a:pt x="310" y="1106"/>
                  </a:lnTo>
                  <a:close/>
                  <a:moveTo>
                    <a:pt x="310" y="866"/>
                  </a:moveTo>
                  <a:lnTo>
                    <a:pt x="456" y="866"/>
                  </a:lnTo>
                  <a:lnTo>
                    <a:pt x="456" y="917"/>
                  </a:lnTo>
                  <a:lnTo>
                    <a:pt x="310" y="917"/>
                  </a:lnTo>
                  <a:lnTo>
                    <a:pt x="310" y="866"/>
                  </a:lnTo>
                  <a:close/>
                  <a:moveTo>
                    <a:pt x="310" y="747"/>
                  </a:moveTo>
                  <a:lnTo>
                    <a:pt x="456" y="747"/>
                  </a:lnTo>
                  <a:lnTo>
                    <a:pt x="456" y="797"/>
                  </a:lnTo>
                  <a:lnTo>
                    <a:pt x="310" y="797"/>
                  </a:lnTo>
                  <a:lnTo>
                    <a:pt x="310" y="747"/>
                  </a:lnTo>
                  <a:close/>
                  <a:moveTo>
                    <a:pt x="310" y="627"/>
                  </a:moveTo>
                  <a:lnTo>
                    <a:pt x="456" y="627"/>
                  </a:lnTo>
                  <a:lnTo>
                    <a:pt x="456" y="677"/>
                  </a:lnTo>
                  <a:lnTo>
                    <a:pt x="310" y="677"/>
                  </a:lnTo>
                  <a:lnTo>
                    <a:pt x="310" y="627"/>
                  </a:lnTo>
                  <a:close/>
                  <a:moveTo>
                    <a:pt x="310" y="507"/>
                  </a:moveTo>
                  <a:lnTo>
                    <a:pt x="456" y="507"/>
                  </a:lnTo>
                  <a:lnTo>
                    <a:pt x="456" y="557"/>
                  </a:lnTo>
                  <a:lnTo>
                    <a:pt x="310" y="557"/>
                  </a:lnTo>
                  <a:lnTo>
                    <a:pt x="310" y="507"/>
                  </a:lnTo>
                  <a:close/>
                  <a:moveTo>
                    <a:pt x="310" y="267"/>
                  </a:moveTo>
                  <a:lnTo>
                    <a:pt x="456" y="267"/>
                  </a:lnTo>
                  <a:lnTo>
                    <a:pt x="456" y="317"/>
                  </a:lnTo>
                  <a:lnTo>
                    <a:pt x="310" y="317"/>
                  </a:lnTo>
                  <a:lnTo>
                    <a:pt x="310" y="267"/>
                  </a:lnTo>
                  <a:close/>
                  <a:moveTo>
                    <a:pt x="77" y="1586"/>
                  </a:moveTo>
                  <a:lnTo>
                    <a:pt x="223" y="1586"/>
                  </a:lnTo>
                  <a:lnTo>
                    <a:pt x="223" y="1637"/>
                  </a:lnTo>
                  <a:lnTo>
                    <a:pt x="77" y="1637"/>
                  </a:lnTo>
                  <a:lnTo>
                    <a:pt x="77" y="1586"/>
                  </a:lnTo>
                  <a:close/>
                  <a:moveTo>
                    <a:pt x="77" y="1466"/>
                  </a:moveTo>
                  <a:lnTo>
                    <a:pt x="223" y="1466"/>
                  </a:lnTo>
                  <a:lnTo>
                    <a:pt x="223" y="1517"/>
                  </a:lnTo>
                  <a:lnTo>
                    <a:pt x="77" y="1517"/>
                  </a:lnTo>
                  <a:lnTo>
                    <a:pt x="77" y="1466"/>
                  </a:lnTo>
                  <a:close/>
                  <a:moveTo>
                    <a:pt x="77" y="1226"/>
                  </a:moveTo>
                  <a:lnTo>
                    <a:pt x="223" y="1226"/>
                  </a:lnTo>
                  <a:lnTo>
                    <a:pt x="223" y="1277"/>
                  </a:lnTo>
                  <a:lnTo>
                    <a:pt x="77" y="1277"/>
                  </a:lnTo>
                  <a:lnTo>
                    <a:pt x="77" y="1226"/>
                  </a:lnTo>
                  <a:close/>
                  <a:moveTo>
                    <a:pt x="77" y="986"/>
                  </a:moveTo>
                  <a:lnTo>
                    <a:pt x="223" y="986"/>
                  </a:lnTo>
                  <a:lnTo>
                    <a:pt x="223" y="1037"/>
                  </a:lnTo>
                  <a:lnTo>
                    <a:pt x="77" y="1037"/>
                  </a:lnTo>
                  <a:lnTo>
                    <a:pt x="77" y="986"/>
                  </a:lnTo>
                  <a:close/>
                  <a:moveTo>
                    <a:pt x="77" y="866"/>
                  </a:moveTo>
                  <a:lnTo>
                    <a:pt x="223" y="866"/>
                  </a:lnTo>
                  <a:lnTo>
                    <a:pt x="223" y="917"/>
                  </a:lnTo>
                  <a:lnTo>
                    <a:pt x="77" y="917"/>
                  </a:lnTo>
                  <a:lnTo>
                    <a:pt x="77" y="866"/>
                  </a:lnTo>
                  <a:close/>
                  <a:moveTo>
                    <a:pt x="77" y="627"/>
                  </a:moveTo>
                  <a:lnTo>
                    <a:pt x="223" y="627"/>
                  </a:lnTo>
                  <a:lnTo>
                    <a:pt x="223" y="677"/>
                  </a:lnTo>
                  <a:lnTo>
                    <a:pt x="77" y="677"/>
                  </a:lnTo>
                  <a:lnTo>
                    <a:pt x="77" y="627"/>
                  </a:lnTo>
                  <a:close/>
                  <a:moveTo>
                    <a:pt x="77" y="387"/>
                  </a:moveTo>
                  <a:lnTo>
                    <a:pt x="223" y="387"/>
                  </a:lnTo>
                  <a:lnTo>
                    <a:pt x="223" y="437"/>
                  </a:lnTo>
                  <a:lnTo>
                    <a:pt x="77" y="437"/>
                  </a:lnTo>
                  <a:lnTo>
                    <a:pt x="77" y="387"/>
                  </a:lnTo>
                  <a:close/>
                  <a:moveTo>
                    <a:pt x="77" y="267"/>
                  </a:moveTo>
                  <a:lnTo>
                    <a:pt x="223" y="267"/>
                  </a:lnTo>
                  <a:lnTo>
                    <a:pt x="223" y="317"/>
                  </a:lnTo>
                  <a:lnTo>
                    <a:pt x="77" y="317"/>
                  </a:lnTo>
                  <a:lnTo>
                    <a:pt x="7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3" name="íS1ïďe"/>
            <p:cNvSpPr/>
            <p:nvPr/>
          </p:nvSpPr>
          <p:spPr bwMode="auto">
            <a:xfrm>
              <a:off x="3973513" y="3460750"/>
              <a:ext cx="846138" cy="2662238"/>
            </a:xfrm>
            <a:custGeom>
              <a:avLst/>
              <a:gdLst>
                <a:gd name="T0" fmla="*/ 0 w 533"/>
                <a:gd name="T1" fmla="*/ 1677 h 1677"/>
                <a:gd name="T2" fmla="*/ 533 w 533"/>
                <a:gd name="T3" fmla="*/ 204 h 1677"/>
                <a:gd name="T4" fmla="*/ 437 w 533"/>
                <a:gd name="T5" fmla="*/ 0 h 1677"/>
                <a:gd name="T6" fmla="*/ 329 w 533"/>
                <a:gd name="T7" fmla="*/ 204 h 1677"/>
                <a:gd name="T8" fmla="*/ 401 w 533"/>
                <a:gd name="T9" fmla="*/ 1252 h 1677"/>
                <a:gd name="T10" fmla="*/ 473 w 533"/>
                <a:gd name="T11" fmla="*/ 1324 h 1677"/>
                <a:gd name="T12" fmla="*/ 401 w 533"/>
                <a:gd name="T13" fmla="*/ 1252 h 1677"/>
                <a:gd name="T14" fmla="*/ 473 w 533"/>
                <a:gd name="T15" fmla="*/ 1104 h 1677"/>
                <a:gd name="T16" fmla="*/ 401 w 533"/>
                <a:gd name="T17" fmla="*/ 1176 h 1677"/>
                <a:gd name="T18" fmla="*/ 401 w 533"/>
                <a:gd name="T19" fmla="*/ 957 h 1677"/>
                <a:gd name="T20" fmla="*/ 473 w 533"/>
                <a:gd name="T21" fmla="*/ 1029 h 1677"/>
                <a:gd name="T22" fmla="*/ 401 w 533"/>
                <a:gd name="T23" fmla="*/ 957 h 1677"/>
                <a:gd name="T24" fmla="*/ 473 w 533"/>
                <a:gd name="T25" fmla="*/ 811 h 1677"/>
                <a:gd name="T26" fmla="*/ 401 w 533"/>
                <a:gd name="T27" fmla="*/ 883 h 1677"/>
                <a:gd name="T28" fmla="*/ 401 w 533"/>
                <a:gd name="T29" fmla="*/ 662 h 1677"/>
                <a:gd name="T30" fmla="*/ 473 w 533"/>
                <a:gd name="T31" fmla="*/ 734 h 1677"/>
                <a:gd name="T32" fmla="*/ 401 w 533"/>
                <a:gd name="T33" fmla="*/ 662 h 1677"/>
                <a:gd name="T34" fmla="*/ 473 w 533"/>
                <a:gd name="T35" fmla="*/ 516 h 1677"/>
                <a:gd name="T36" fmla="*/ 401 w 533"/>
                <a:gd name="T37" fmla="*/ 588 h 1677"/>
                <a:gd name="T38" fmla="*/ 288 w 533"/>
                <a:gd name="T39" fmla="*/ 1104 h 1677"/>
                <a:gd name="T40" fmla="*/ 360 w 533"/>
                <a:gd name="T41" fmla="*/ 1176 h 1677"/>
                <a:gd name="T42" fmla="*/ 288 w 533"/>
                <a:gd name="T43" fmla="*/ 1104 h 1677"/>
                <a:gd name="T44" fmla="*/ 360 w 533"/>
                <a:gd name="T45" fmla="*/ 957 h 1677"/>
                <a:gd name="T46" fmla="*/ 288 w 533"/>
                <a:gd name="T47" fmla="*/ 1029 h 1677"/>
                <a:gd name="T48" fmla="*/ 288 w 533"/>
                <a:gd name="T49" fmla="*/ 662 h 1677"/>
                <a:gd name="T50" fmla="*/ 360 w 533"/>
                <a:gd name="T51" fmla="*/ 734 h 1677"/>
                <a:gd name="T52" fmla="*/ 288 w 533"/>
                <a:gd name="T53" fmla="*/ 662 h 1677"/>
                <a:gd name="T54" fmla="*/ 360 w 533"/>
                <a:gd name="T55" fmla="*/ 516 h 1677"/>
                <a:gd name="T56" fmla="*/ 288 w 533"/>
                <a:gd name="T57" fmla="*/ 588 h 1677"/>
                <a:gd name="T58" fmla="*/ 288 w 533"/>
                <a:gd name="T59" fmla="*/ 370 h 1677"/>
                <a:gd name="T60" fmla="*/ 360 w 533"/>
                <a:gd name="T61" fmla="*/ 442 h 1677"/>
                <a:gd name="T62" fmla="*/ 288 w 533"/>
                <a:gd name="T63" fmla="*/ 370 h 1677"/>
                <a:gd name="T64" fmla="*/ 245 w 533"/>
                <a:gd name="T65" fmla="*/ 1252 h 1677"/>
                <a:gd name="T66" fmla="*/ 173 w 533"/>
                <a:gd name="T67" fmla="*/ 1324 h 1677"/>
                <a:gd name="T68" fmla="*/ 173 w 533"/>
                <a:gd name="T69" fmla="*/ 1104 h 1677"/>
                <a:gd name="T70" fmla="*/ 245 w 533"/>
                <a:gd name="T71" fmla="*/ 1176 h 1677"/>
                <a:gd name="T72" fmla="*/ 173 w 533"/>
                <a:gd name="T73" fmla="*/ 1104 h 1677"/>
                <a:gd name="T74" fmla="*/ 245 w 533"/>
                <a:gd name="T75" fmla="*/ 811 h 1677"/>
                <a:gd name="T76" fmla="*/ 173 w 533"/>
                <a:gd name="T77" fmla="*/ 883 h 1677"/>
                <a:gd name="T78" fmla="*/ 173 w 533"/>
                <a:gd name="T79" fmla="*/ 662 h 1677"/>
                <a:gd name="T80" fmla="*/ 245 w 533"/>
                <a:gd name="T81" fmla="*/ 734 h 1677"/>
                <a:gd name="T82" fmla="*/ 173 w 533"/>
                <a:gd name="T83" fmla="*/ 662 h 1677"/>
                <a:gd name="T84" fmla="*/ 245 w 533"/>
                <a:gd name="T85" fmla="*/ 516 h 1677"/>
                <a:gd name="T86" fmla="*/ 173 w 533"/>
                <a:gd name="T87" fmla="*/ 588 h 1677"/>
                <a:gd name="T88" fmla="*/ 173 w 533"/>
                <a:gd name="T89" fmla="*/ 370 h 1677"/>
                <a:gd name="T90" fmla="*/ 245 w 533"/>
                <a:gd name="T91" fmla="*/ 442 h 1677"/>
                <a:gd name="T92" fmla="*/ 173 w 533"/>
                <a:gd name="T93" fmla="*/ 370 h 1677"/>
                <a:gd name="T94" fmla="*/ 132 w 533"/>
                <a:gd name="T95" fmla="*/ 1252 h 1677"/>
                <a:gd name="T96" fmla="*/ 60 w 533"/>
                <a:gd name="T97" fmla="*/ 1324 h 1677"/>
                <a:gd name="T98" fmla="*/ 60 w 533"/>
                <a:gd name="T99" fmla="*/ 1104 h 1677"/>
                <a:gd name="T100" fmla="*/ 132 w 533"/>
                <a:gd name="T101" fmla="*/ 1176 h 1677"/>
                <a:gd name="T102" fmla="*/ 60 w 533"/>
                <a:gd name="T103" fmla="*/ 1104 h 1677"/>
                <a:gd name="T104" fmla="*/ 132 w 533"/>
                <a:gd name="T105" fmla="*/ 957 h 1677"/>
                <a:gd name="T106" fmla="*/ 60 w 533"/>
                <a:gd name="T107" fmla="*/ 1029 h 1677"/>
                <a:gd name="T108" fmla="*/ 60 w 533"/>
                <a:gd name="T109" fmla="*/ 811 h 1677"/>
                <a:gd name="T110" fmla="*/ 132 w 533"/>
                <a:gd name="T111" fmla="*/ 883 h 1677"/>
                <a:gd name="T112" fmla="*/ 60 w 533"/>
                <a:gd name="T113" fmla="*/ 811 h 1677"/>
                <a:gd name="T114" fmla="*/ 132 w 533"/>
                <a:gd name="T115" fmla="*/ 516 h 1677"/>
                <a:gd name="T116" fmla="*/ 60 w 533"/>
                <a:gd name="T117" fmla="*/ 588 h 1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3" h="1677">
                  <a:moveTo>
                    <a:pt x="0" y="204"/>
                  </a:moveTo>
                  <a:lnTo>
                    <a:pt x="0" y="1677"/>
                  </a:lnTo>
                  <a:lnTo>
                    <a:pt x="533" y="1677"/>
                  </a:lnTo>
                  <a:lnTo>
                    <a:pt x="533" y="204"/>
                  </a:lnTo>
                  <a:lnTo>
                    <a:pt x="437" y="204"/>
                  </a:lnTo>
                  <a:lnTo>
                    <a:pt x="437" y="0"/>
                  </a:lnTo>
                  <a:lnTo>
                    <a:pt x="329" y="0"/>
                  </a:lnTo>
                  <a:lnTo>
                    <a:pt x="329" y="204"/>
                  </a:lnTo>
                  <a:lnTo>
                    <a:pt x="0" y="204"/>
                  </a:lnTo>
                  <a:close/>
                  <a:moveTo>
                    <a:pt x="401" y="1252"/>
                  </a:moveTo>
                  <a:lnTo>
                    <a:pt x="473" y="1252"/>
                  </a:lnTo>
                  <a:lnTo>
                    <a:pt x="473" y="1324"/>
                  </a:lnTo>
                  <a:lnTo>
                    <a:pt x="401" y="1324"/>
                  </a:lnTo>
                  <a:lnTo>
                    <a:pt x="401" y="1252"/>
                  </a:lnTo>
                  <a:close/>
                  <a:moveTo>
                    <a:pt x="401" y="1104"/>
                  </a:moveTo>
                  <a:lnTo>
                    <a:pt x="473" y="1104"/>
                  </a:lnTo>
                  <a:lnTo>
                    <a:pt x="473" y="1176"/>
                  </a:lnTo>
                  <a:lnTo>
                    <a:pt x="401" y="1176"/>
                  </a:lnTo>
                  <a:lnTo>
                    <a:pt x="401" y="1104"/>
                  </a:lnTo>
                  <a:close/>
                  <a:moveTo>
                    <a:pt x="401" y="957"/>
                  </a:moveTo>
                  <a:lnTo>
                    <a:pt x="473" y="957"/>
                  </a:lnTo>
                  <a:lnTo>
                    <a:pt x="473" y="1029"/>
                  </a:lnTo>
                  <a:lnTo>
                    <a:pt x="401" y="1029"/>
                  </a:lnTo>
                  <a:lnTo>
                    <a:pt x="401" y="957"/>
                  </a:lnTo>
                  <a:close/>
                  <a:moveTo>
                    <a:pt x="401" y="811"/>
                  </a:moveTo>
                  <a:lnTo>
                    <a:pt x="473" y="811"/>
                  </a:lnTo>
                  <a:lnTo>
                    <a:pt x="473" y="883"/>
                  </a:lnTo>
                  <a:lnTo>
                    <a:pt x="401" y="883"/>
                  </a:lnTo>
                  <a:lnTo>
                    <a:pt x="401" y="811"/>
                  </a:lnTo>
                  <a:close/>
                  <a:moveTo>
                    <a:pt x="401" y="662"/>
                  </a:moveTo>
                  <a:lnTo>
                    <a:pt x="473" y="662"/>
                  </a:lnTo>
                  <a:lnTo>
                    <a:pt x="473" y="734"/>
                  </a:lnTo>
                  <a:lnTo>
                    <a:pt x="401" y="734"/>
                  </a:lnTo>
                  <a:lnTo>
                    <a:pt x="401" y="662"/>
                  </a:lnTo>
                  <a:close/>
                  <a:moveTo>
                    <a:pt x="401" y="516"/>
                  </a:moveTo>
                  <a:lnTo>
                    <a:pt x="473" y="516"/>
                  </a:lnTo>
                  <a:lnTo>
                    <a:pt x="473" y="588"/>
                  </a:lnTo>
                  <a:lnTo>
                    <a:pt x="401" y="588"/>
                  </a:lnTo>
                  <a:lnTo>
                    <a:pt x="401" y="516"/>
                  </a:lnTo>
                  <a:close/>
                  <a:moveTo>
                    <a:pt x="288" y="1104"/>
                  </a:moveTo>
                  <a:lnTo>
                    <a:pt x="360" y="1104"/>
                  </a:lnTo>
                  <a:lnTo>
                    <a:pt x="360" y="1176"/>
                  </a:lnTo>
                  <a:lnTo>
                    <a:pt x="288" y="1176"/>
                  </a:lnTo>
                  <a:lnTo>
                    <a:pt x="288" y="1104"/>
                  </a:lnTo>
                  <a:close/>
                  <a:moveTo>
                    <a:pt x="288" y="957"/>
                  </a:moveTo>
                  <a:lnTo>
                    <a:pt x="360" y="957"/>
                  </a:lnTo>
                  <a:lnTo>
                    <a:pt x="360" y="1029"/>
                  </a:lnTo>
                  <a:lnTo>
                    <a:pt x="288" y="1029"/>
                  </a:lnTo>
                  <a:lnTo>
                    <a:pt x="288" y="957"/>
                  </a:lnTo>
                  <a:close/>
                  <a:moveTo>
                    <a:pt x="288" y="662"/>
                  </a:moveTo>
                  <a:lnTo>
                    <a:pt x="360" y="662"/>
                  </a:lnTo>
                  <a:lnTo>
                    <a:pt x="360" y="734"/>
                  </a:lnTo>
                  <a:lnTo>
                    <a:pt x="288" y="734"/>
                  </a:lnTo>
                  <a:lnTo>
                    <a:pt x="288" y="662"/>
                  </a:lnTo>
                  <a:close/>
                  <a:moveTo>
                    <a:pt x="288" y="516"/>
                  </a:moveTo>
                  <a:lnTo>
                    <a:pt x="360" y="516"/>
                  </a:lnTo>
                  <a:lnTo>
                    <a:pt x="360" y="588"/>
                  </a:lnTo>
                  <a:lnTo>
                    <a:pt x="288" y="588"/>
                  </a:lnTo>
                  <a:lnTo>
                    <a:pt x="288" y="516"/>
                  </a:lnTo>
                  <a:close/>
                  <a:moveTo>
                    <a:pt x="288" y="370"/>
                  </a:moveTo>
                  <a:lnTo>
                    <a:pt x="360" y="370"/>
                  </a:lnTo>
                  <a:lnTo>
                    <a:pt x="360" y="442"/>
                  </a:lnTo>
                  <a:lnTo>
                    <a:pt x="288" y="442"/>
                  </a:lnTo>
                  <a:lnTo>
                    <a:pt x="288" y="370"/>
                  </a:lnTo>
                  <a:close/>
                  <a:moveTo>
                    <a:pt x="173" y="1252"/>
                  </a:moveTo>
                  <a:lnTo>
                    <a:pt x="245" y="1252"/>
                  </a:lnTo>
                  <a:lnTo>
                    <a:pt x="245" y="1324"/>
                  </a:lnTo>
                  <a:lnTo>
                    <a:pt x="173" y="1324"/>
                  </a:lnTo>
                  <a:lnTo>
                    <a:pt x="173" y="1252"/>
                  </a:lnTo>
                  <a:close/>
                  <a:moveTo>
                    <a:pt x="173" y="1104"/>
                  </a:moveTo>
                  <a:lnTo>
                    <a:pt x="245" y="1104"/>
                  </a:lnTo>
                  <a:lnTo>
                    <a:pt x="245" y="1176"/>
                  </a:lnTo>
                  <a:lnTo>
                    <a:pt x="173" y="1176"/>
                  </a:lnTo>
                  <a:lnTo>
                    <a:pt x="173" y="1104"/>
                  </a:lnTo>
                  <a:close/>
                  <a:moveTo>
                    <a:pt x="173" y="811"/>
                  </a:moveTo>
                  <a:lnTo>
                    <a:pt x="245" y="811"/>
                  </a:lnTo>
                  <a:lnTo>
                    <a:pt x="245" y="883"/>
                  </a:lnTo>
                  <a:lnTo>
                    <a:pt x="173" y="883"/>
                  </a:lnTo>
                  <a:lnTo>
                    <a:pt x="173" y="811"/>
                  </a:lnTo>
                  <a:close/>
                  <a:moveTo>
                    <a:pt x="173" y="662"/>
                  </a:moveTo>
                  <a:lnTo>
                    <a:pt x="245" y="662"/>
                  </a:lnTo>
                  <a:lnTo>
                    <a:pt x="245" y="734"/>
                  </a:lnTo>
                  <a:lnTo>
                    <a:pt x="173" y="734"/>
                  </a:lnTo>
                  <a:lnTo>
                    <a:pt x="173" y="662"/>
                  </a:lnTo>
                  <a:close/>
                  <a:moveTo>
                    <a:pt x="173" y="516"/>
                  </a:moveTo>
                  <a:lnTo>
                    <a:pt x="245" y="516"/>
                  </a:lnTo>
                  <a:lnTo>
                    <a:pt x="245" y="588"/>
                  </a:lnTo>
                  <a:lnTo>
                    <a:pt x="173" y="588"/>
                  </a:lnTo>
                  <a:lnTo>
                    <a:pt x="173" y="516"/>
                  </a:lnTo>
                  <a:close/>
                  <a:moveTo>
                    <a:pt x="173" y="370"/>
                  </a:moveTo>
                  <a:lnTo>
                    <a:pt x="245" y="370"/>
                  </a:lnTo>
                  <a:lnTo>
                    <a:pt x="245" y="442"/>
                  </a:lnTo>
                  <a:lnTo>
                    <a:pt x="173" y="442"/>
                  </a:lnTo>
                  <a:lnTo>
                    <a:pt x="173" y="370"/>
                  </a:lnTo>
                  <a:close/>
                  <a:moveTo>
                    <a:pt x="60" y="1252"/>
                  </a:moveTo>
                  <a:lnTo>
                    <a:pt x="132" y="1252"/>
                  </a:lnTo>
                  <a:lnTo>
                    <a:pt x="132" y="1324"/>
                  </a:lnTo>
                  <a:lnTo>
                    <a:pt x="60" y="1324"/>
                  </a:lnTo>
                  <a:lnTo>
                    <a:pt x="60" y="1252"/>
                  </a:lnTo>
                  <a:close/>
                  <a:moveTo>
                    <a:pt x="60" y="1104"/>
                  </a:moveTo>
                  <a:lnTo>
                    <a:pt x="132" y="1104"/>
                  </a:lnTo>
                  <a:lnTo>
                    <a:pt x="132" y="1176"/>
                  </a:lnTo>
                  <a:lnTo>
                    <a:pt x="60" y="1176"/>
                  </a:lnTo>
                  <a:lnTo>
                    <a:pt x="60" y="1104"/>
                  </a:lnTo>
                  <a:close/>
                  <a:moveTo>
                    <a:pt x="60" y="957"/>
                  </a:moveTo>
                  <a:lnTo>
                    <a:pt x="132" y="957"/>
                  </a:lnTo>
                  <a:lnTo>
                    <a:pt x="132" y="1029"/>
                  </a:lnTo>
                  <a:lnTo>
                    <a:pt x="60" y="1029"/>
                  </a:lnTo>
                  <a:lnTo>
                    <a:pt x="60" y="957"/>
                  </a:lnTo>
                  <a:close/>
                  <a:moveTo>
                    <a:pt x="60" y="811"/>
                  </a:moveTo>
                  <a:lnTo>
                    <a:pt x="132" y="811"/>
                  </a:lnTo>
                  <a:lnTo>
                    <a:pt x="132" y="883"/>
                  </a:lnTo>
                  <a:lnTo>
                    <a:pt x="60" y="883"/>
                  </a:lnTo>
                  <a:lnTo>
                    <a:pt x="60" y="811"/>
                  </a:lnTo>
                  <a:close/>
                  <a:moveTo>
                    <a:pt x="60" y="516"/>
                  </a:moveTo>
                  <a:lnTo>
                    <a:pt x="132" y="516"/>
                  </a:lnTo>
                  <a:lnTo>
                    <a:pt x="132" y="588"/>
                  </a:lnTo>
                  <a:lnTo>
                    <a:pt x="60" y="588"/>
                  </a:lnTo>
                  <a:lnTo>
                    <a:pt x="60" y="5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4" name="í$ḷiďe"/>
            <p:cNvSpPr/>
            <p:nvPr/>
          </p:nvSpPr>
          <p:spPr bwMode="auto">
            <a:xfrm>
              <a:off x="5907088" y="4092575"/>
              <a:ext cx="846138" cy="2030413"/>
            </a:xfrm>
            <a:custGeom>
              <a:avLst/>
              <a:gdLst>
                <a:gd name="T0" fmla="*/ 0 w 533"/>
                <a:gd name="T1" fmla="*/ 224 h 1279"/>
                <a:gd name="T2" fmla="*/ 0 w 533"/>
                <a:gd name="T3" fmla="*/ 1279 h 1279"/>
                <a:gd name="T4" fmla="*/ 533 w 533"/>
                <a:gd name="T5" fmla="*/ 1279 h 1279"/>
                <a:gd name="T6" fmla="*/ 533 w 533"/>
                <a:gd name="T7" fmla="*/ 224 h 1279"/>
                <a:gd name="T8" fmla="*/ 451 w 533"/>
                <a:gd name="T9" fmla="*/ 224 h 1279"/>
                <a:gd name="T10" fmla="*/ 451 w 533"/>
                <a:gd name="T11" fmla="*/ 116 h 1279"/>
                <a:gd name="T12" fmla="*/ 82 w 533"/>
                <a:gd name="T13" fmla="*/ 0 h 1279"/>
                <a:gd name="T14" fmla="*/ 82 w 533"/>
                <a:gd name="T15" fmla="*/ 224 h 1279"/>
                <a:gd name="T16" fmla="*/ 0 w 533"/>
                <a:gd name="T17" fmla="*/ 224 h 1279"/>
                <a:gd name="T18" fmla="*/ 324 w 533"/>
                <a:gd name="T19" fmla="*/ 792 h 1279"/>
                <a:gd name="T20" fmla="*/ 432 w 533"/>
                <a:gd name="T21" fmla="*/ 792 h 1279"/>
                <a:gd name="T22" fmla="*/ 432 w 533"/>
                <a:gd name="T23" fmla="*/ 900 h 1279"/>
                <a:gd name="T24" fmla="*/ 324 w 533"/>
                <a:gd name="T25" fmla="*/ 900 h 1279"/>
                <a:gd name="T26" fmla="*/ 324 w 533"/>
                <a:gd name="T27" fmla="*/ 792 h 1279"/>
                <a:gd name="T28" fmla="*/ 324 w 533"/>
                <a:gd name="T29" fmla="*/ 574 h 1279"/>
                <a:gd name="T30" fmla="*/ 432 w 533"/>
                <a:gd name="T31" fmla="*/ 574 h 1279"/>
                <a:gd name="T32" fmla="*/ 432 w 533"/>
                <a:gd name="T33" fmla="*/ 682 h 1279"/>
                <a:gd name="T34" fmla="*/ 324 w 533"/>
                <a:gd name="T35" fmla="*/ 682 h 1279"/>
                <a:gd name="T36" fmla="*/ 324 w 533"/>
                <a:gd name="T37" fmla="*/ 574 h 1279"/>
                <a:gd name="T38" fmla="*/ 324 w 533"/>
                <a:gd name="T39" fmla="*/ 355 h 1279"/>
                <a:gd name="T40" fmla="*/ 432 w 533"/>
                <a:gd name="T41" fmla="*/ 355 h 1279"/>
                <a:gd name="T42" fmla="*/ 432 w 533"/>
                <a:gd name="T43" fmla="*/ 463 h 1279"/>
                <a:gd name="T44" fmla="*/ 324 w 533"/>
                <a:gd name="T45" fmla="*/ 463 h 1279"/>
                <a:gd name="T46" fmla="*/ 324 w 533"/>
                <a:gd name="T47" fmla="*/ 355 h 1279"/>
                <a:gd name="T48" fmla="*/ 101 w 533"/>
                <a:gd name="T49" fmla="*/ 792 h 1279"/>
                <a:gd name="T50" fmla="*/ 209 w 533"/>
                <a:gd name="T51" fmla="*/ 792 h 1279"/>
                <a:gd name="T52" fmla="*/ 209 w 533"/>
                <a:gd name="T53" fmla="*/ 900 h 1279"/>
                <a:gd name="T54" fmla="*/ 101 w 533"/>
                <a:gd name="T55" fmla="*/ 900 h 1279"/>
                <a:gd name="T56" fmla="*/ 101 w 533"/>
                <a:gd name="T57" fmla="*/ 792 h 1279"/>
                <a:gd name="T58" fmla="*/ 101 w 533"/>
                <a:gd name="T59" fmla="*/ 574 h 1279"/>
                <a:gd name="T60" fmla="*/ 209 w 533"/>
                <a:gd name="T61" fmla="*/ 574 h 1279"/>
                <a:gd name="T62" fmla="*/ 209 w 533"/>
                <a:gd name="T63" fmla="*/ 682 h 1279"/>
                <a:gd name="T64" fmla="*/ 101 w 533"/>
                <a:gd name="T65" fmla="*/ 682 h 1279"/>
                <a:gd name="T66" fmla="*/ 101 w 533"/>
                <a:gd name="T67" fmla="*/ 574 h 1279"/>
                <a:gd name="T68" fmla="*/ 101 w 533"/>
                <a:gd name="T69" fmla="*/ 355 h 1279"/>
                <a:gd name="T70" fmla="*/ 209 w 533"/>
                <a:gd name="T71" fmla="*/ 355 h 1279"/>
                <a:gd name="T72" fmla="*/ 209 w 533"/>
                <a:gd name="T73" fmla="*/ 463 h 1279"/>
                <a:gd name="T74" fmla="*/ 101 w 533"/>
                <a:gd name="T75" fmla="*/ 463 h 1279"/>
                <a:gd name="T76" fmla="*/ 101 w 533"/>
                <a:gd name="T77" fmla="*/ 355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3" h="1279">
                  <a:moveTo>
                    <a:pt x="0" y="224"/>
                  </a:moveTo>
                  <a:lnTo>
                    <a:pt x="0" y="1279"/>
                  </a:lnTo>
                  <a:lnTo>
                    <a:pt x="533" y="1279"/>
                  </a:lnTo>
                  <a:lnTo>
                    <a:pt x="533" y="224"/>
                  </a:lnTo>
                  <a:lnTo>
                    <a:pt x="451" y="224"/>
                  </a:lnTo>
                  <a:lnTo>
                    <a:pt x="451" y="116"/>
                  </a:lnTo>
                  <a:lnTo>
                    <a:pt x="82" y="0"/>
                  </a:lnTo>
                  <a:lnTo>
                    <a:pt x="82" y="224"/>
                  </a:lnTo>
                  <a:lnTo>
                    <a:pt x="0" y="224"/>
                  </a:lnTo>
                  <a:close/>
                  <a:moveTo>
                    <a:pt x="324" y="792"/>
                  </a:moveTo>
                  <a:lnTo>
                    <a:pt x="432" y="792"/>
                  </a:lnTo>
                  <a:lnTo>
                    <a:pt x="432" y="900"/>
                  </a:lnTo>
                  <a:lnTo>
                    <a:pt x="324" y="900"/>
                  </a:lnTo>
                  <a:lnTo>
                    <a:pt x="324" y="792"/>
                  </a:lnTo>
                  <a:close/>
                  <a:moveTo>
                    <a:pt x="324" y="574"/>
                  </a:moveTo>
                  <a:lnTo>
                    <a:pt x="432" y="574"/>
                  </a:lnTo>
                  <a:lnTo>
                    <a:pt x="432" y="682"/>
                  </a:lnTo>
                  <a:lnTo>
                    <a:pt x="324" y="682"/>
                  </a:lnTo>
                  <a:lnTo>
                    <a:pt x="324" y="574"/>
                  </a:lnTo>
                  <a:close/>
                  <a:moveTo>
                    <a:pt x="324" y="355"/>
                  </a:moveTo>
                  <a:lnTo>
                    <a:pt x="432" y="355"/>
                  </a:lnTo>
                  <a:lnTo>
                    <a:pt x="432" y="463"/>
                  </a:lnTo>
                  <a:lnTo>
                    <a:pt x="324" y="463"/>
                  </a:lnTo>
                  <a:lnTo>
                    <a:pt x="324" y="355"/>
                  </a:lnTo>
                  <a:close/>
                  <a:moveTo>
                    <a:pt x="101" y="792"/>
                  </a:moveTo>
                  <a:lnTo>
                    <a:pt x="209" y="792"/>
                  </a:lnTo>
                  <a:lnTo>
                    <a:pt x="209" y="900"/>
                  </a:lnTo>
                  <a:lnTo>
                    <a:pt x="101" y="900"/>
                  </a:lnTo>
                  <a:lnTo>
                    <a:pt x="101" y="792"/>
                  </a:lnTo>
                  <a:close/>
                  <a:moveTo>
                    <a:pt x="101" y="574"/>
                  </a:moveTo>
                  <a:lnTo>
                    <a:pt x="209" y="574"/>
                  </a:lnTo>
                  <a:lnTo>
                    <a:pt x="209" y="682"/>
                  </a:lnTo>
                  <a:lnTo>
                    <a:pt x="101" y="682"/>
                  </a:lnTo>
                  <a:lnTo>
                    <a:pt x="101" y="574"/>
                  </a:lnTo>
                  <a:close/>
                  <a:moveTo>
                    <a:pt x="101" y="355"/>
                  </a:moveTo>
                  <a:lnTo>
                    <a:pt x="209" y="355"/>
                  </a:lnTo>
                  <a:lnTo>
                    <a:pt x="209" y="463"/>
                  </a:lnTo>
                  <a:lnTo>
                    <a:pt x="101" y="463"/>
                  </a:lnTo>
                  <a:lnTo>
                    <a:pt x="101" y="3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</p:grpSp>
      <p:pic>
        <p:nvPicPr>
          <p:cNvPr id="63" name="图片 6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016" y="2681513"/>
            <a:ext cx="7854120" cy="3212635"/>
          </a:xfrm>
          <a:prstGeom prst="rect">
            <a:avLst/>
          </a:prstGeom>
        </p:spPr>
      </p:pic>
      <p:sp>
        <p:nvSpPr>
          <p:cNvPr id="41" name="îslîḋê"/>
          <p:cNvSpPr/>
          <p:nvPr userDrawn="1"/>
        </p:nvSpPr>
        <p:spPr bwMode="auto">
          <a:xfrm>
            <a:off x="4762" y="5042646"/>
            <a:ext cx="12187237" cy="1807323"/>
          </a:xfrm>
          <a:custGeom>
            <a:avLst/>
            <a:gdLst>
              <a:gd name="T0" fmla="*/ 0 w 3200"/>
              <a:gd name="T1" fmla="*/ 129 h 391"/>
              <a:gd name="T2" fmla="*/ 3200 w 3200"/>
              <a:gd name="T3" fmla="*/ 0 h 391"/>
              <a:gd name="T4" fmla="*/ 3200 w 3200"/>
              <a:gd name="T5" fmla="*/ 268 h 391"/>
              <a:gd name="T6" fmla="*/ 0 w 3200"/>
              <a:gd name="T7" fmla="*/ 264 h 391"/>
              <a:gd name="T8" fmla="*/ 0 w 3200"/>
              <a:gd name="T9" fmla="*/ 129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391">
                <a:moveTo>
                  <a:pt x="0" y="129"/>
                </a:moveTo>
                <a:cubicBezTo>
                  <a:pt x="217" y="129"/>
                  <a:pt x="2396" y="272"/>
                  <a:pt x="3200" y="0"/>
                </a:cubicBezTo>
                <a:cubicBezTo>
                  <a:pt x="3200" y="391"/>
                  <a:pt x="3200" y="268"/>
                  <a:pt x="3200" y="268"/>
                </a:cubicBezTo>
                <a:cubicBezTo>
                  <a:pt x="0" y="264"/>
                  <a:pt x="0" y="264"/>
                  <a:pt x="0" y="264"/>
                </a:cubicBezTo>
                <a:lnTo>
                  <a:pt x="0" y="12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  <p:sp>
        <p:nvSpPr>
          <p:cNvPr id="42" name="iṥliḍè"/>
          <p:cNvSpPr/>
          <p:nvPr userDrawn="1"/>
        </p:nvSpPr>
        <p:spPr bwMode="auto">
          <a:xfrm>
            <a:off x="4762" y="4796935"/>
            <a:ext cx="12187237" cy="2066481"/>
          </a:xfrm>
          <a:custGeom>
            <a:avLst/>
            <a:gdLst>
              <a:gd name="T0" fmla="*/ 3200 w 3200"/>
              <a:gd name="T1" fmla="*/ 331 h 465"/>
              <a:gd name="T2" fmla="*/ 0 w 3200"/>
              <a:gd name="T3" fmla="*/ 0 h 465"/>
              <a:gd name="T4" fmla="*/ 0 w 3200"/>
              <a:gd name="T5" fmla="*/ 465 h 465"/>
              <a:gd name="T6" fmla="*/ 3200 w 3200"/>
              <a:gd name="T7" fmla="*/ 465 h 465"/>
              <a:gd name="T8" fmla="*/ 3200 w 3200"/>
              <a:gd name="T9" fmla="*/ 331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465">
                <a:moveTo>
                  <a:pt x="3200" y="331"/>
                </a:moveTo>
                <a:cubicBezTo>
                  <a:pt x="2983" y="331"/>
                  <a:pt x="804" y="273"/>
                  <a:pt x="0" y="0"/>
                </a:cubicBezTo>
                <a:cubicBezTo>
                  <a:pt x="0" y="392"/>
                  <a:pt x="0" y="465"/>
                  <a:pt x="0" y="465"/>
                </a:cubicBezTo>
                <a:cubicBezTo>
                  <a:pt x="3200" y="465"/>
                  <a:pt x="3200" y="465"/>
                  <a:pt x="3200" y="465"/>
                </a:cubicBezTo>
                <a:lnTo>
                  <a:pt x="3200" y="331"/>
                </a:lnTo>
                <a:close/>
              </a:path>
            </a:pathLst>
          </a:custGeom>
          <a:solidFill>
            <a:srgbClr val="1E437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719417"/>
            <a:ext cx="11089949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/>
          <p:cNvSpPr/>
          <p:nvPr userDrawn="1"/>
        </p:nvSpPr>
        <p:spPr>
          <a:xfrm flipH="1" flipV="1">
            <a:off x="-10623" y="-1"/>
            <a:ext cx="767368" cy="708193"/>
          </a:xfrm>
          <a:custGeom>
            <a:avLst/>
            <a:gdLst>
              <a:gd name="connsiteX0" fmla="*/ 2658701 w 3945155"/>
              <a:gd name="connsiteY0" fmla="*/ 38 h 3640926"/>
              <a:gd name="connsiteX1" fmla="*/ 3857730 w 3945155"/>
              <a:gd name="connsiteY1" fmla="*/ 295953 h 3640926"/>
              <a:gd name="connsiteX2" fmla="*/ 3945155 w 3945155"/>
              <a:gd name="connsiteY2" fmla="*/ 345547 h 3640926"/>
              <a:gd name="connsiteX3" fmla="*/ 3945155 w 3945155"/>
              <a:gd name="connsiteY3" fmla="*/ 3640926 h 3640926"/>
              <a:gd name="connsiteX4" fmla="*/ 197308 w 3945155"/>
              <a:gd name="connsiteY4" fmla="*/ 3640926 h 3640926"/>
              <a:gd name="connsiteX5" fmla="*/ 115817 w 3945155"/>
              <a:gd name="connsiteY5" fmla="*/ 3415355 h 3640926"/>
              <a:gd name="connsiteX6" fmla="*/ 1872266 w 3945155"/>
              <a:gd name="connsiteY6" fmla="*/ 115818 h 3640926"/>
              <a:gd name="connsiteX7" fmla="*/ 2658701 w 3945155"/>
              <a:gd name="connsiteY7" fmla="*/ 38 h 364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45155" h="3640926">
                <a:moveTo>
                  <a:pt x="2658701" y="38"/>
                </a:moveTo>
                <a:cubicBezTo>
                  <a:pt x="3081233" y="2289"/>
                  <a:pt x="3491585" y="106610"/>
                  <a:pt x="3857730" y="295953"/>
                </a:cubicBezTo>
                <a:lnTo>
                  <a:pt x="3945155" y="345547"/>
                </a:lnTo>
                <a:lnTo>
                  <a:pt x="3945155" y="3640926"/>
                </a:lnTo>
                <a:lnTo>
                  <a:pt x="197308" y="3640926"/>
                </a:lnTo>
                <a:lnTo>
                  <a:pt x="115817" y="3415355"/>
                </a:lnTo>
                <a:cubicBezTo>
                  <a:pt x="-310295" y="2019184"/>
                  <a:pt x="476094" y="541930"/>
                  <a:pt x="1872266" y="115818"/>
                </a:cubicBezTo>
                <a:cubicBezTo>
                  <a:pt x="2134048" y="35922"/>
                  <a:pt x="2398681" y="-1347"/>
                  <a:pt x="2658701" y="38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437" y="149862"/>
            <a:ext cx="1694330" cy="477648"/>
          </a:xfrm>
          <a:prstGeom prst="rect">
            <a:avLst/>
          </a:prstGeom>
        </p:spPr>
      </p:pic>
      <p:sp>
        <p:nvSpPr>
          <p:cNvPr id="11" name="îslîḋê"/>
          <p:cNvSpPr/>
          <p:nvPr userDrawn="1"/>
        </p:nvSpPr>
        <p:spPr bwMode="auto">
          <a:xfrm>
            <a:off x="4762" y="6347012"/>
            <a:ext cx="12187237" cy="502957"/>
          </a:xfrm>
          <a:custGeom>
            <a:avLst/>
            <a:gdLst>
              <a:gd name="T0" fmla="*/ 0 w 3200"/>
              <a:gd name="T1" fmla="*/ 129 h 391"/>
              <a:gd name="T2" fmla="*/ 3200 w 3200"/>
              <a:gd name="T3" fmla="*/ 0 h 391"/>
              <a:gd name="T4" fmla="*/ 3200 w 3200"/>
              <a:gd name="T5" fmla="*/ 268 h 391"/>
              <a:gd name="T6" fmla="*/ 0 w 3200"/>
              <a:gd name="T7" fmla="*/ 264 h 391"/>
              <a:gd name="T8" fmla="*/ 0 w 3200"/>
              <a:gd name="T9" fmla="*/ 129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391">
                <a:moveTo>
                  <a:pt x="0" y="129"/>
                </a:moveTo>
                <a:cubicBezTo>
                  <a:pt x="217" y="129"/>
                  <a:pt x="2396" y="272"/>
                  <a:pt x="3200" y="0"/>
                </a:cubicBezTo>
                <a:cubicBezTo>
                  <a:pt x="3200" y="391"/>
                  <a:pt x="3200" y="268"/>
                  <a:pt x="3200" y="268"/>
                </a:cubicBezTo>
                <a:cubicBezTo>
                  <a:pt x="0" y="264"/>
                  <a:pt x="0" y="264"/>
                  <a:pt x="0" y="264"/>
                </a:cubicBezTo>
                <a:lnTo>
                  <a:pt x="0" y="12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  <p:sp>
        <p:nvSpPr>
          <p:cNvPr id="12" name="iṥliḍè"/>
          <p:cNvSpPr/>
          <p:nvPr userDrawn="1"/>
        </p:nvSpPr>
        <p:spPr bwMode="auto">
          <a:xfrm>
            <a:off x="4762" y="6262166"/>
            <a:ext cx="12187237" cy="601250"/>
          </a:xfrm>
          <a:custGeom>
            <a:avLst/>
            <a:gdLst>
              <a:gd name="T0" fmla="*/ 3200 w 3200"/>
              <a:gd name="T1" fmla="*/ 331 h 465"/>
              <a:gd name="T2" fmla="*/ 0 w 3200"/>
              <a:gd name="T3" fmla="*/ 0 h 465"/>
              <a:gd name="T4" fmla="*/ 0 w 3200"/>
              <a:gd name="T5" fmla="*/ 465 h 465"/>
              <a:gd name="T6" fmla="*/ 3200 w 3200"/>
              <a:gd name="T7" fmla="*/ 465 h 465"/>
              <a:gd name="T8" fmla="*/ 3200 w 3200"/>
              <a:gd name="T9" fmla="*/ 331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465">
                <a:moveTo>
                  <a:pt x="3200" y="331"/>
                </a:moveTo>
                <a:cubicBezTo>
                  <a:pt x="2983" y="331"/>
                  <a:pt x="804" y="273"/>
                  <a:pt x="0" y="0"/>
                </a:cubicBezTo>
                <a:cubicBezTo>
                  <a:pt x="0" y="392"/>
                  <a:pt x="0" y="465"/>
                  <a:pt x="0" y="465"/>
                </a:cubicBezTo>
                <a:cubicBezTo>
                  <a:pt x="3200" y="465"/>
                  <a:pt x="3200" y="465"/>
                  <a:pt x="3200" y="465"/>
                </a:cubicBezTo>
                <a:lnTo>
                  <a:pt x="3200" y="331"/>
                </a:lnTo>
                <a:close/>
              </a:path>
            </a:pathLst>
          </a:custGeom>
          <a:solidFill>
            <a:srgbClr val="1E437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isḷidé"/>
          <p:cNvGrpSpPr/>
          <p:nvPr userDrawn="1"/>
        </p:nvGrpSpPr>
        <p:grpSpPr>
          <a:xfrm flipH="1">
            <a:off x="1140660" y="4191481"/>
            <a:ext cx="2807116" cy="1456619"/>
            <a:chOff x="107951" y="2128838"/>
            <a:chExt cx="6645275" cy="3994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6" name="íŝḻïḓè"/>
            <p:cNvSpPr/>
            <p:nvPr/>
          </p:nvSpPr>
          <p:spPr bwMode="auto">
            <a:xfrm>
              <a:off x="1074738" y="3060700"/>
              <a:ext cx="844550" cy="3062288"/>
            </a:xfrm>
            <a:custGeom>
              <a:avLst/>
              <a:gdLst>
                <a:gd name="T0" fmla="*/ 0 w 532"/>
                <a:gd name="T1" fmla="*/ 355 h 1929"/>
                <a:gd name="T2" fmla="*/ 0 w 532"/>
                <a:gd name="T3" fmla="*/ 1929 h 1929"/>
                <a:gd name="T4" fmla="*/ 532 w 532"/>
                <a:gd name="T5" fmla="*/ 1929 h 1929"/>
                <a:gd name="T6" fmla="*/ 532 w 532"/>
                <a:gd name="T7" fmla="*/ 0 h 1929"/>
                <a:gd name="T8" fmla="*/ 0 w 532"/>
                <a:gd name="T9" fmla="*/ 355 h 1929"/>
                <a:gd name="T10" fmla="*/ 69 w 532"/>
                <a:gd name="T11" fmla="*/ 1502 h 1929"/>
                <a:gd name="T12" fmla="*/ 462 w 532"/>
                <a:gd name="T13" fmla="*/ 1502 h 1929"/>
                <a:gd name="T14" fmla="*/ 462 w 532"/>
                <a:gd name="T15" fmla="*/ 1543 h 1929"/>
                <a:gd name="T16" fmla="*/ 69 w 532"/>
                <a:gd name="T17" fmla="*/ 1543 h 1929"/>
                <a:gd name="T18" fmla="*/ 69 w 532"/>
                <a:gd name="T19" fmla="*/ 1502 h 1929"/>
                <a:gd name="T20" fmla="*/ 69 w 532"/>
                <a:gd name="T21" fmla="*/ 1387 h 1929"/>
                <a:gd name="T22" fmla="*/ 462 w 532"/>
                <a:gd name="T23" fmla="*/ 1387 h 1929"/>
                <a:gd name="T24" fmla="*/ 462 w 532"/>
                <a:gd name="T25" fmla="*/ 1428 h 1929"/>
                <a:gd name="T26" fmla="*/ 69 w 532"/>
                <a:gd name="T27" fmla="*/ 1428 h 1929"/>
                <a:gd name="T28" fmla="*/ 69 w 532"/>
                <a:gd name="T29" fmla="*/ 1387 h 1929"/>
                <a:gd name="T30" fmla="*/ 69 w 532"/>
                <a:gd name="T31" fmla="*/ 1272 h 1929"/>
                <a:gd name="T32" fmla="*/ 462 w 532"/>
                <a:gd name="T33" fmla="*/ 1272 h 1929"/>
                <a:gd name="T34" fmla="*/ 462 w 532"/>
                <a:gd name="T35" fmla="*/ 1315 h 1929"/>
                <a:gd name="T36" fmla="*/ 69 w 532"/>
                <a:gd name="T37" fmla="*/ 1315 h 1929"/>
                <a:gd name="T38" fmla="*/ 69 w 532"/>
                <a:gd name="T39" fmla="*/ 1272 h 1929"/>
                <a:gd name="T40" fmla="*/ 69 w 532"/>
                <a:gd name="T41" fmla="*/ 1157 h 1929"/>
                <a:gd name="T42" fmla="*/ 462 w 532"/>
                <a:gd name="T43" fmla="*/ 1157 h 1929"/>
                <a:gd name="T44" fmla="*/ 462 w 532"/>
                <a:gd name="T45" fmla="*/ 1200 h 1929"/>
                <a:gd name="T46" fmla="*/ 69 w 532"/>
                <a:gd name="T47" fmla="*/ 1200 h 1929"/>
                <a:gd name="T48" fmla="*/ 69 w 532"/>
                <a:gd name="T49" fmla="*/ 1157 h 1929"/>
                <a:gd name="T50" fmla="*/ 69 w 532"/>
                <a:gd name="T51" fmla="*/ 1044 h 1929"/>
                <a:gd name="T52" fmla="*/ 462 w 532"/>
                <a:gd name="T53" fmla="*/ 1044 h 1929"/>
                <a:gd name="T54" fmla="*/ 462 w 532"/>
                <a:gd name="T55" fmla="*/ 1085 h 1929"/>
                <a:gd name="T56" fmla="*/ 69 w 532"/>
                <a:gd name="T57" fmla="*/ 1085 h 1929"/>
                <a:gd name="T58" fmla="*/ 69 w 532"/>
                <a:gd name="T59" fmla="*/ 1044 h 1929"/>
                <a:gd name="T60" fmla="*/ 69 w 532"/>
                <a:gd name="T61" fmla="*/ 929 h 1929"/>
                <a:gd name="T62" fmla="*/ 462 w 532"/>
                <a:gd name="T63" fmla="*/ 929 h 1929"/>
                <a:gd name="T64" fmla="*/ 462 w 532"/>
                <a:gd name="T65" fmla="*/ 969 h 1929"/>
                <a:gd name="T66" fmla="*/ 69 w 532"/>
                <a:gd name="T67" fmla="*/ 969 h 1929"/>
                <a:gd name="T68" fmla="*/ 69 w 532"/>
                <a:gd name="T69" fmla="*/ 929 h 1929"/>
                <a:gd name="T70" fmla="*/ 69 w 532"/>
                <a:gd name="T71" fmla="*/ 814 h 1929"/>
                <a:gd name="T72" fmla="*/ 462 w 532"/>
                <a:gd name="T73" fmla="*/ 814 h 1929"/>
                <a:gd name="T74" fmla="*/ 462 w 532"/>
                <a:gd name="T75" fmla="*/ 854 h 1929"/>
                <a:gd name="T76" fmla="*/ 69 w 532"/>
                <a:gd name="T77" fmla="*/ 854 h 1929"/>
                <a:gd name="T78" fmla="*/ 69 w 532"/>
                <a:gd name="T79" fmla="*/ 814 h 1929"/>
                <a:gd name="T80" fmla="*/ 69 w 532"/>
                <a:gd name="T81" fmla="*/ 698 h 1929"/>
                <a:gd name="T82" fmla="*/ 462 w 532"/>
                <a:gd name="T83" fmla="*/ 698 h 1929"/>
                <a:gd name="T84" fmla="*/ 462 w 532"/>
                <a:gd name="T85" fmla="*/ 739 h 1929"/>
                <a:gd name="T86" fmla="*/ 69 w 532"/>
                <a:gd name="T87" fmla="*/ 739 h 1929"/>
                <a:gd name="T88" fmla="*/ 69 w 532"/>
                <a:gd name="T89" fmla="*/ 698 h 1929"/>
                <a:gd name="T90" fmla="*/ 69 w 532"/>
                <a:gd name="T91" fmla="*/ 583 h 1929"/>
                <a:gd name="T92" fmla="*/ 462 w 532"/>
                <a:gd name="T93" fmla="*/ 583 h 1929"/>
                <a:gd name="T94" fmla="*/ 462 w 532"/>
                <a:gd name="T95" fmla="*/ 626 h 1929"/>
                <a:gd name="T96" fmla="*/ 69 w 532"/>
                <a:gd name="T97" fmla="*/ 626 h 1929"/>
                <a:gd name="T98" fmla="*/ 69 w 532"/>
                <a:gd name="T99" fmla="*/ 583 h 1929"/>
                <a:gd name="T100" fmla="*/ 69 w 532"/>
                <a:gd name="T101" fmla="*/ 468 h 1929"/>
                <a:gd name="T102" fmla="*/ 462 w 532"/>
                <a:gd name="T103" fmla="*/ 468 h 1929"/>
                <a:gd name="T104" fmla="*/ 462 w 532"/>
                <a:gd name="T105" fmla="*/ 511 h 1929"/>
                <a:gd name="T106" fmla="*/ 69 w 532"/>
                <a:gd name="T107" fmla="*/ 511 h 1929"/>
                <a:gd name="T108" fmla="*/ 69 w 532"/>
                <a:gd name="T109" fmla="*/ 468 h 1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32" h="1929">
                  <a:moveTo>
                    <a:pt x="0" y="355"/>
                  </a:moveTo>
                  <a:lnTo>
                    <a:pt x="0" y="1929"/>
                  </a:lnTo>
                  <a:lnTo>
                    <a:pt x="532" y="1929"/>
                  </a:lnTo>
                  <a:lnTo>
                    <a:pt x="532" y="0"/>
                  </a:lnTo>
                  <a:lnTo>
                    <a:pt x="0" y="355"/>
                  </a:lnTo>
                  <a:close/>
                  <a:moveTo>
                    <a:pt x="69" y="1502"/>
                  </a:moveTo>
                  <a:lnTo>
                    <a:pt x="462" y="1502"/>
                  </a:lnTo>
                  <a:lnTo>
                    <a:pt x="462" y="1543"/>
                  </a:lnTo>
                  <a:lnTo>
                    <a:pt x="69" y="1543"/>
                  </a:lnTo>
                  <a:lnTo>
                    <a:pt x="69" y="1502"/>
                  </a:lnTo>
                  <a:close/>
                  <a:moveTo>
                    <a:pt x="69" y="1387"/>
                  </a:moveTo>
                  <a:lnTo>
                    <a:pt x="462" y="1387"/>
                  </a:lnTo>
                  <a:lnTo>
                    <a:pt x="462" y="1428"/>
                  </a:lnTo>
                  <a:lnTo>
                    <a:pt x="69" y="1428"/>
                  </a:lnTo>
                  <a:lnTo>
                    <a:pt x="69" y="1387"/>
                  </a:lnTo>
                  <a:close/>
                  <a:moveTo>
                    <a:pt x="69" y="1272"/>
                  </a:moveTo>
                  <a:lnTo>
                    <a:pt x="462" y="1272"/>
                  </a:lnTo>
                  <a:lnTo>
                    <a:pt x="462" y="1315"/>
                  </a:lnTo>
                  <a:lnTo>
                    <a:pt x="69" y="1315"/>
                  </a:lnTo>
                  <a:lnTo>
                    <a:pt x="69" y="1272"/>
                  </a:lnTo>
                  <a:close/>
                  <a:moveTo>
                    <a:pt x="69" y="1157"/>
                  </a:moveTo>
                  <a:lnTo>
                    <a:pt x="462" y="1157"/>
                  </a:lnTo>
                  <a:lnTo>
                    <a:pt x="462" y="1200"/>
                  </a:lnTo>
                  <a:lnTo>
                    <a:pt x="69" y="1200"/>
                  </a:lnTo>
                  <a:lnTo>
                    <a:pt x="69" y="1157"/>
                  </a:lnTo>
                  <a:close/>
                  <a:moveTo>
                    <a:pt x="69" y="1044"/>
                  </a:moveTo>
                  <a:lnTo>
                    <a:pt x="462" y="1044"/>
                  </a:lnTo>
                  <a:lnTo>
                    <a:pt x="462" y="1085"/>
                  </a:lnTo>
                  <a:lnTo>
                    <a:pt x="69" y="1085"/>
                  </a:lnTo>
                  <a:lnTo>
                    <a:pt x="69" y="1044"/>
                  </a:lnTo>
                  <a:close/>
                  <a:moveTo>
                    <a:pt x="69" y="929"/>
                  </a:moveTo>
                  <a:lnTo>
                    <a:pt x="462" y="929"/>
                  </a:lnTo>
                  <a:lnTo>
                    <a:pt x="462" y="969"/>
                  </a:lnTo>
                  <a:lnTo>
                    <a:pt x="69" y="969"/>
                  </a:lnTo>
                  <a:lnTo>
                    <a:pt x="69" y="929"/>
                  </a:lnTo>
                  <a:close/>
                  <a:moveTo>
                    <a:pt x="69" y="814"/>
                  </a:moveTo>
                  <a:lnTo>
                    <a:pt x="462" y="814"/>
                  </a:lnTo>
                  <a:lnTo>
                    <a:pt x="462" y="854"/>
                  </a:lnTo>
                  <a:lnTo>
                    <a:pt x="69" y="854"/>
                  </a:lnTo>
                  <a:lnTo>
                    <a:pt x="69" y="814"/>
                  </a:lnTo>
                  <a:close/>
                  <a:moveTo>
                    <a:pt x="69" y="698"/>
                  </a:moveTo>
                  <a:lnTo>
                    <a:pt x="462" y="698"/>
                  </a:lnTo>
                  <a:lnTo>
                    <a:pt x="462" y="739"/>
                  </a:lnTo>
                  <a:lnTo>
                    <a:pt x="69" y="739"/>
                  </a:lnTo>
                  <a:lnTo>
                    <a:pt x="69" y="698"/>
                  </a:lnTo>
                  <a:close/>
                  <a:moveTo>
                    <a:pt x="69" y="583"/>
                  </a:moveTo>
                  <a:lnTo>
                    <a:pt x="462" y="583"/>
                  </a:lnTo>
                  <a:lnTo>
                    <a:pt x="462" y="626"/>
                  </a:lnTo>
                  <a:lnTo>
                    <a:pt x="69" y="626"/>
                  </a:lnTo>
                  <a:lnTo>
                    <a:pt x="69" y="583"/>
                  </a:lnTo>
                  <a:close/>
                  <a:moveTo>
                    <a:pt x="69" y="468"/>
                  </a:moveTo>
                  <a:lnTo>
                    <a:pt x="462" y="468"/>
                  </a:lnTo>
                  <a:lnTo>
                    <a:pt x="462" y="511"/>
                  </a:lnTo>
                  <a:lnTo>
                    <a:pt x="69" y="511"/>
                  </a:lnTo>
                  <a:lnTo>
                    <a:pt x="69" y="4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7" name="iŝļïďe"/>
            <p:cNvSpPr/>
            <p:nvPr/>
          </p:nvSpPr>
          <p:spPr bwMode="auto">
            <a:xfrm>
              <a:off x="107951" y="3571875"/>
              <a:ext cx="844550" cy="2551113"/>
            </a:xfrm>
            <a:custGeom>
              <a:avLst/>
              <a:gdLst>
                <a:gd name="T0" fmla="*/ 0 w 532"/>
                <a:gd name="T1" fmla="*/ 314 h 1607"/>
                <a:gd name="T2" fmla="*/ 0 w 532"/>
                <a:gd name="T3" fmla="*/ 1607 h 1607"/>
                <a:gd name="T4" fmla="*/ 532 w 532"/>
                <a:gd name="T5" fmla="*/ 1607 h 1607"/>
                <a:gd name="T6" fmla="*/ 532 w 532"/>
                <a:gd name="T7" fmla="*/ 314 h 1607"/>
                <a:gd name="T8" fmla="*/ 347 w 532"/>
                <a:gd name="T9" fmla="*/ 314 h 1607"/>
                <a:gd name="T10" fmla="*/ 347 w 532"/>
                <a:gd name="T11" fmla="*/ 192 h 1607"/>
                <a:gd name="T12" fmla="*/ 242 w 532"/>
                <a:gd name="T13" fmla="*/ 192 h 1607"/>
                <a:gd name="T14" fmla="*/ 242 w 532"/>
                <a:gd name="T15" fmla="*/ 314 h 1607"/>
                <a:gd name="T16" fmla="*/ 163 w 532"/>
                <a:gd name="T17" fmla="*/ 314 h 1607"/>
                <a:gd name="T18" fmla="*/ 163 w 532"/>
                <a:gd name="T19" fmla="*/ 0 h 1607"/>
                <a:gd name="T20" fmla="*/ 55 w 532"/>
                <a:gd name="T21" fmla="*/ 0 h 1607"/>
                <a:gd name="T22" fmla="*/ 55 w 532"/>
                <a:gd name="T23" fmla="*/ 314 h 1607"/>
                <a:gd name="T24" fmla="*/ 0 w 532"/>
                <a:gd name="T25" fmla="*/ 314 h 1607"/>
                <a:gd name="T26" fmla="*/ 335 w 532"/>
                <a:gd name="T27" fmla="*/ 1226 h 1607"/>
                <a:gd name="T28" fmla="*/ 438 w 532"/>
                <a:gd name="T29" fmla="*/ 1226 h 1607"/>
                <a:gd name="T30" fmla="*/ 438 w 532"/>
                <a:gd name="T31" fmla="*/ 1329 h 1607"/>
                <a:gd name="T32" fmla="*/ 335 w 532"/>
                <a:gd name="T33" fmla="*/ 1329 h 1607"/>
                <a:gd name="T34" fmla="*/ 335 w 532"/>
                <a:gd name="T35" fmla="*/ 1226 h 1607"/>
                <a:gd name="T36" fmla="*/ 335 w 532"/>
                <a:gd name="T37" fmla="*/ 1034 h 1607"/>
                <a:gd name="T38" fmla="*/ 438 w 532"/>
                <a:gd name="T39" fmla="*/ 1034 h 1607"/>
                <a:gd name="T40" fmla="*/ 438 w 532"/>
                <a:gd name="T41" fmla="*/ 1137 h 1607"/>
                <a:gd name="T42" fmla="*/ 335 w 532"/>
                <a:gd name="T43" fmla="*/ 1137 h 1607"/>
                <a:gd name="T44" fmla="*/ 335 w 532"/>
                <a:gd name="T45" fmla="*/ 1034 h 1607"/>
                <a:gd name="T46" fmla="*/ 335 w 532"/>
                <a:gd name="T47" fmla="*/ 842 h 1607"/>
                <a:gd name="T48" fmla="*/ 438 w 532"/>
                <a:gd name="T49" fmla="*/ 842 h 1607"/>
                <a:gd name="T50" fmla="*/ 438 w 532"/>
                <a:gd name="T51" fmla="*/ 947 h 1607"/>
                <a:gd name="T52" fmla="*/ 335 w 532"/>
                <a:gd name="T53" fmla="*/ 947 h 1607"/>
                <a:gd name="T54" fmla="*/ 335 w 532"/>
                <a:gd name="T55" fmla="*/ 842 h 1607"/>
                <a:gd name="T56" fmla="*/ 335 w 532"/>
                <a:gd name="T57" fmla="*/ 652 h 1607"/>
                <a:gd name="T58" fmla="*/ 438 w 532"/>
                <a:gd name="T59" fmla="*/ 652 h 1607"/>
                <a:gd name="T60" fmla="*/ 438 w 532"/>
                <a:gd name="T61" fmla="*/ 755 h 1607"/>
                <a:gd name="T62" fmla="*/ 335 w 532"/>
                <a:gd name="T63" fmla="*/ 755 h 1607"/>
                <a:gd name="T64" fmla="*/ 335 w 532"/>
                <a:gd name="T65" fmla="*/ 652 h 1607"/>
                <a:gd name="T66" fmla="*/ 335 w 532"/>
                <a:gd name="T67" fmla="*/ 460 h 1607"/>
                <a:gd name="T68" fmla="*/ 438 w 532"/>
                <a:gd name="T69" fmla="*/ 460 h 1607"/>
                <a:gd name="T70" fmla="*/ 438 w 532"/>
                <a:gd name="T71" fmla="*/ 566 h 1607"/>
                <a:gd name="T72" fmla="*/ 335 w 532"/>
                <a:gd name="T73" fmla="*/ 566 h 1607"/>
                <a:gd name="T74" fmla="*/ 335 w 532"/>
                <a:gd name="T75" fmla="*/ 460 h 1607"/>
                <a:gd name="T76" fmla="*/ 93 w 532"/>
                <a:gd name="T77" fmla="*/ 1226 h 1607"/>
                <a:gd name="T78" fmla="*/ 196 w 532"/>
                <a:gd name="T79" fmla="*/ 1226 h 1607"/>
                <a:gd name="T80" fmla="*/ 196 w 532"/>
                <a:gd name="T81" fmla="*/ 1329 h 1607"/>
                <a:gd name="T82" fmla="*/ 93 w 532"/>
                <a:gd name="T83" fmla="*/ 1329 h 1607"/>
                <a:gd name="T84" fmla="*/ 93 w 532"/>
                <a:gd name="T85" fmla="*/ 1226 h 1607"/>
                <a:gd name="T86" fmla="*/ 93 w 532"/>
                <a:gd name="T87" fmla="*/ 1034 h 1607"/>
                <a:gd name="T88" fmla="*/ 196 w 532"/>
                <a:gd name="T89" fmla="*/ 1034 h 1607"/>
                <a:gd name="T90" fmla="*/ 196 w 532"/>
                <a:gd name="T91" fmla="*/ 1137 h 1607"/>
                <a:gd name="T92" fmla="*/ 93 w 532"/>
                <a:gd name="T93" fmla="*/ 1137 h 1607"/>
                <a:gd name="T94" fmla="*/ 93 w 532"/>
                <a:gd name="T95" fmla="*/ 1034 h 1607"/>
                <a:gd name="T96" fmla="*/ 93 w 532"/>
                <a:gd name="T97" fmla="*/ 842 h 1607"/>
                <a:gd name="T98" fmla="*/ 196 w 532"/>
                <a:gd name="T99" fmla="*/ 842 h 1607"/>
                <a:gd name="T100" fmla="*/ 196 w 532"/>
                <a:gd name="T101" fmla="*/ 947 h 1607"/>
                <a:gd name="T102" fmla="*/ 93 w 532"/>
                <a:gd name="T103" fmla="*/ 947 h 1607"/>
                <a:gd name="T104" fmla="*/ 93 w 532"/>
                <a:gd name="T105" fmla="*/ 842 h 1607"/>
                <a:gd name="T106" fmla="*/ 93 w 532"/>
                <a:gd name="T107" fmla="*/ 652 h 1607"/>
                <a:gd name="T108" fmla="*/ 196 w 532"/>
                <a:gd name="T109" fmla="*/ 652 h 1607"/>
                <a:gd name="T110" fmla="*/ 196 w 532"/>
                <a:gd name="T111" fmla="*/ 755 h 1607"/>
                <a:gd name="T112" fmla="*/ 93 w 532"/>
                <a:gd name="T113" fmla="*/ 755 h 1607"/>
                <a:gd name="T114" fmla="*/ 93 w 532"/>
                <a:gd name="T115" fmla="*/ 652 h 1607"/>
                <a:gd name="T116" fmla="*/ 93 w 532"/>
                <a:gd name="T117" fmla="*/ 460 h 1607"/>
                <a:gd name="T118" fmla="*/ 196 w 532"/>
                <a:gd name="T119" fmla="*/ 460 h 1607"/>
                <a:gd name="T120" fmla="*/ 196 w 532"/>
                <a:gd name="T121" fmla="*/ 566 h 1607"/>
                <a:gd name="T122" fmla="*/ 93 w 532"/>
                <a:gd name="T123" fmla="*/ 566 h 1607"/>
                <a:gd name="T124" fmla="*/ 93 w 532"/>
                <a:gd name="T125" fmla="*/ 460 h 1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32" h="1607">
                  <a:moveTo>
                    <a:pt x="0" y="314"/>
                  </a:moveTo>
                  <a:lnTo>
                    <a:pt x="0" y="1607"/>
                  </a:lnTo>
                  <a:lnTo>
                    <a:pt x="532" y="1607"/>
                  </a:lnTo>
                  <a:lnTo>
                    <a:pt x="532" y="314"/>
                  </a:lnTo>
                  <a:lnTo>
                    <a:pt x="347" y="314"/>
                  </a:lnTo>
                  <a:lnTo>
                    <a:pt x="347" y="192"/>
                  </a:lnTo>
                  <a:lnTo>
                    <a:pt x="242" y="192"/>
                  </a:lnTo>
                  <a:lnTo>
                    <a:pt x="242" y="314"/>
                  </a:lnTo>
                  <a:lnTo>
                    <a:pt x="163" y="314"/>
                  </a:lnTo>
                  <a:lnTo>
                    <a:pt x="163" y="0"/>
                  </a:lnTo>
                  <a:lnTo>
                    <a:pt x="55" y="0"/>
                  </a:lnTo>
                  <a:lnTo>
                    <a:pt x="55" y="314"/>
                  </a:lnTo>
                  <a:lnTo>
                    <a:pt x="0" y="314"/>
                  </a:lnTo>
                  <a:close/>
                  <a:moveTo>
                    <a:pt x="335" y="1226"/>
                  </a:moveTo>
                  <a:lnTo>
                    <a:pt x="438" y="1226"/>
                  </a:lnTo>
                  <a:lnTo>
                    <a:pt x="438" y="1329"/>
                  </a:lnTo>
                  <a:lnTo>
                    <a:pt x="335" y="1329"/>
                  </a:lnTo>
                  <a:lnTo>
                    <a:pt x="335" y="1226"/>
                  </a:lnTo>
                  <a:close/>
                  <a:moveTo>
                    <a:pt x="335" y="1034"/>
                  </a:moveTo>
                  <a:lnTo>
                    <a:pt x="438" y="1034"/>
                  </a:lnTo>
                  <a:lnTo>
                    <a:pt x="438" y="1137"/>
                  </a:lnTo>
                  <a:lnTo>
                    <a:pt x="335" y="1137"/>
                  </a:lnTo>
                  <a:lnTo>
                    <a:pt x="335" y="1034"/>
                  </a:lnTo>
                  <a:close/>
                  <a:moveTo>
                    <a:pt x="335" y="842"/>
                  </a:moveTo>
                  <a:lnTo>
                    <a:pt x="438" y="842"/>
                  </a:lnTo>
                  <a:lnTo>
                    <a:pt x="438" y="947"/>
                  </a:lnTo>
                  <a:lnTo>
                    <a:pt x="335" y="947"/>
                  </a:lnTo>
                  <a:lnTo>
                    <a:pt x="335" y="842"/>
                  </a:lnTo>
                  <a:close/>
                  <a:moveTo>
                    <a:pt x="335" y="652"/>
                  </a:moveTo>
                  <a:lnTo>
                    <a:pt x="438" y="652"/>
                  </a:lnTo>
                  <a:lnTo>
                    <a:pt x="438" y="755"/>
                  </a:lnTo>
                  <a:lnTo>
                    <a:pt x="335" y="755"/>
                  </a:lnTo>
                  <a:lnTo>
                    <a:pt x="335" y="652"/>
                  </a:lnTo>
                  <a:close/>
                  <a:moveTo>
                    <a:pt x="335" y="460"/>
                  </a:moveTo>
                  <a:lnTo>
                    <a:pt x="438" y="460"/>
                  </a:lnTo>
                  <a:lnTo>
                    <a:pt x="438" y="566"/>
                  </a:lnTo>
                  <a:lnTo>
                    <a:pt x="335" y="566"/>
                  </a:lnTo>
                  <a:lnTo>
                    <a:pt x="335" y="460"/>
                  </a:lnTo>
                  <a:close/>
                  <a:moveTo>
                    <a:pt x="93" y="1226"/>
                  </a:moveTo>
                  <a:lnTo>
                    <a:pt x="196" y="1226"/>
                  </a:lnTo>
                  <a:lnTo>
                    <a:pt x="196" y="1329"/>
                  </a:lnTo>
                  <a:lnTo>
                    <a:pt x="93" y="1329"/>
                  </a:lnTo>
                  <a:lnTo>
                    <a:pt x="93" y="1226"/>
                  </a:lnTo>
                  <a:close/>
                  <a:moveTo>
                    <a:pt x="93" y="1034"/>
                  </a:moveTo>
                  <a:lnTo>
                    <a:pt x="196" y="1034"/>
                  </a:lnTo>
                  <a:lnTo>
                    <a:pt x="196" y="1137"/>
                  </a:lnTo>
                  <a:lnTo>
                    <a:pt x="93" y="1137"/>
                  </a:lnTo>
                  <a:lnTo>
                    <a:pt x="93" y="1034"/>
                  </a:lnTo>
                  <a:close/>
                  <a:moveTo>
                    <a:pt x="93" y="842"/>
                  </a:moveTo>
                  <a:lnTo>
                    <a:pt x="196" y="842"/>
                  </a:lnTo>
                  <a:lnTo>
                    <a:pt x="196" y="947"/>
                  </a:lnTo>
                  <a:lnTo>
                    <a:pt x="93" y="947"/>
                  </a:lnTo>
                  <a:lnTo>
                    <a:pt x="93" y="842"/>
                  </a:lnTo>
                  <a:close/>
                  <a:moveTo>
                    <a:pt x="93" y="652"/>
                  </a:moveTo>
                  <a:lnTo>
                    <a:pt x="196" y="652"/>
                  </a:lnTo>
                  <a:lnTo>
                    <a:pt x="196" y="755"/>
                  </a:lnTo>
                  <a:lnTo>
                    <a:pt x="93" y="755"/>
                  </a:lnTo>
                  <a:lnTo>
                    <a:pt x="93" y="652"/>
                  </a:lnTo>
                  <a:close/>
                  <a:moveTo>
                    <a:pt x="93" y="460"/>
                  </a:moveTo>
                  <a:lnTo>
                    <a:pt x="196" y="460"/>
                  </a:lnTo>
                  <a:lnTo>
                    <a:pt x="196" y="566"/>
                  </a:lnTo>
                  <a:lnTo>
                    <a:pt x="93" y="566"/>
                  </a:lnTo>
                  <a:lnTo>
                    <a:pt x="93" y="4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8" name="işḻîdê"/>
            <p:cNvSpPr/>
            <p:nvPr/>
          </p:nvSpPr>
          <p:spPr bwMode="auto">
            <a:xfrm>
              <a:off x="3008313" y="2128838"/>
              <a:ext cx="844550" cy="3994150"/>
            </a:xfrm>
            <a:custGeom>
              <a:avLst/>
              <a:gdLst>
                <a:gd name="T0" fmla="*/ 0 w 532"/>
                <a:gd name="T1" fmla="*/ 463 h 2516"/>
                <a:gd name="T2" fmla="*/ 0 w 532"/>
                <a:gd name="T3" fmla="*/ 2516 h 2516"/>
                <a:gd name="T4" fmla="*/ 532 w 532"/>
                <a:gd name="T5" fmla="*/ 2516 h 2516"/>
                <a:gd name="T6" fmla="*/ 532 w 532"/>
                <a:gd name="T7" fmla="*/ 463 h 2516"/>
                <a:gd name="T8" fmla="*/ 258 w 532"/>
                <a:gd name="T9" fmla="*/ 0 h 2516"/>
                <a:gd name="T10" fmla="*/ 0 w 532"/>
                <a:gd name="T11" fmla="*/ 463 h 2516"/>
                <a:gd name="T12" fmla="*/ 371 w 532"/>
                <a:gd name="T13" fmla="*/ 1832 h 2516"/>
                <a:gd name="T14" fmla="*/ 443 w 532"/>
                <a:gd name="T15" fmla="*/ 1832 h 2516"/>
                <a:gd name="T16" fmla="*/ 443 w 532"/>
                <a:gd name="T17" fmla="*/ 2139 h 2516"/>
                <a:gd name="T18" fmla="*/ 371 w 532"/>
                <a:gd name="T19" fmla="*/ 2139 h 2516"/>
                <a:gd name="T20" fmla="*/ 371 w 532"/>
                <a:gd name="T21" fmla="*/ 1832 h 2516"/>
                <a:gd name="T22" fmla="*/ 371 w 532"/>
                <a:gd name="T23" fmla="*/ 1432 h 2516"/>
                <a:gd name="T24" fmla="*/ 443 w 532"/>
                <a:gd name="T25" fmla="*/ 1432 h 2516"/>
                <a:gd name="T26" fmla="*/ 443 w 532"/>
                <a:gd name="T27" fmla="*/ 1739 h 2516"/>
                <a:gd name="T28" fmla="*/ 371 w 532"/>
                <a:gd name="T29" fmla="*/ 1739 h 2516"/>
                <a:gd name="T30" fmla="*/ 371 w 532"/>
                <a:gd name="T31" fmla="*/ 1432 h 2516"/>
                <a:gd name="T32" fmla="*/ 371 w 532"/>
                <a:gd name="T33" fmla="*/ 630 h 2516"/>
                <a:gd name="T34" fmla="*/ 443 w 532"/>
                <a:gd name="T35" fmla="*/ 630 h 2516"/>
                <a:gd name="T36" fmla="*/ 443 w 532"/>
                <a:gd name="T37" fmla="*/ 938 h 2516"/>
                <a:gd name="T38" fmla="*/ 371 w 532"/>
                <a:gd name="T39" fmla="*/ 938 h 2516"/>
                <a:gd name="T40" fmla="*/ 371 w 532"/>
                <a:gd name="T41" fmla="*/ 630 h 2516"/>
                <a:gd name="T42" fmla="*/ 230 w 532"/>
                <a:gd name="T43" fmla="*/ 1832 h 2516"/>
                <a:gd name="T44" fmla="*/ 302 w 532"/>
                <a:gd name="T45" fmla="*/ 1832 h 2516"/>
                <a:gd name="T46" fmla="*/ 302 w 532"/>
                <a:gd name="T47" fmla="*/ 2139 h 2516"/>
                <a:gd name="T48" fmla="*/ 230 w 532"/>
                <a:gd name="T49" fmla="*/ 2139 h 2516"/>
                <a:gd name="T50" fmla="*/ 230 w 532"/>
                <a:gd name="T51" fmla="*/ 1832 h 2516"/>
                <a:gd name="T52" fmla="*/ 230 w 532"/>
                <a:gd name="T53" fmla="*/ 1432 h 2516"/>
                <a:gd name="T54" fmla="*/ 302 w 532"/>
                <a:gd name="T55" fmla="*/ 1432 h 2516"/>
                <a:gd name="T56" fmla="*/ 302 w 532"/>
                <a:gd name="T57" fmla="*/ 1739 h 2516"/>
                <a:gd name="T58" fmla="*/ 230 w 532"/>
                <a:gd name="T59" fmla="*/ 1739 h 2516"/>
                <a:gd name="T60" fmla="*/ 230 w 532"/>
                <a:gd name="T61" fmla="*/ 1432 h 2516"/>
                <a:gd name="T62" fmla="*/ 230 w 532"/>
                <a:gd name="T63" fmla="*/ 1031 h 2516"/>
                <a:gd name="T64" fmla="*/ 302 w 532"/>
                <a:gd name="T65" fmla="*/ 1031 h 2516"/>
                <a:gd name="T66" fmla="*/ 302 w 532"/>
                <a:gd name="T67" fmla="*/ 1338 h 2516"/>
                <a:gd name="T68" fmla="*/ 230 w 532"/>
                <a:gd name="T69" fmla="*/ 1338 h 2516"/>
                <a:gd name="T70" fmla="*/ 230 w 532"/>
                <a:gd name="T71" fmla="*/ 1031 h 2516"/>
                <a:gd name="T72" fmla="*/ 230 w 532"/>
                <a:gd name="T73" fmla="*/ 630 h 2516"/>
                <a:gd name="T74" fmla="*/ 302 w 532"/>
                <a:gd name="T75" fmla="*/ 630 h 2516"/>
                <a:gd name="T76" fmla="*/ 302 w 532"/>
                <a:gd name="T77" fmla="*/ 938 h 2516"/>
                <a:gd name="T78" fmla="*/ 230 w 532"/>
                <a:gd name="T79" fmla="*/ 938 h 2516"/>
                <a:gd name="T80" fmla="*/ 230 w 532"/>
                <a:gd name="T81" fmla="*/ 630 h 2516"/>
                <a:gd name="T82" fmla="*/ 88 w 532"/>
                <a:gd name="T83" fmla="*/ 1832 h 2516"/>
                <a:gd name="T84" fmla="*/ 160 w 532"/>
                <a:gd name="T85" fmla="*/ 1832 h 2516"/>
                <a:gd name="T86" fmla="*/ 160 w 532"/>
                <a:gd name="T87" fmla="*/ 2139 h 2516"/>
                <a:gd name="T88" fmla="*/ 88 w 532"/>
                <a:gd name="T89" fmla="*/ 2139 h 2516"/>
                <a:gd name="T90" fmla="*/ 88 w 532"/>
                <a:gd name="T91" fmla="*/ 1832 h 2516"/>
                <a:gd name="T92" fmla="*/ 88 w 532"/>
                <a:gd name="T93" fmla="*/ 1031 h 2516"/>
                <a:gd name="T94" fmla="*/ 160 w 532"/>
                <a:gd name="T95" fmla="*/ 1031 h 2516"/>
                <a:gd name="T96" fmla="*/ 160 w 532"/>
                <a:gd name="T97" fmla="*/ 1338 h 2516"/>
                <a:gd name="T98" fmla="*/ 88 w 532"/>
                <a:gd name="T99" fmla="*/ 1338 h 2516"/>
                <a:gd name="T100" fmla="*/ 88 w 532"/>
                <a:gd name="T101" fmla="*/ 1031 h 2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2" h="2516">
                  <a:moveTo>
                    <a:pt x="0" y="463"/>
                  </a:moveTo>
                  <a:lnTo>
                    <a:pt x="0" y="2516"/>
                  </a:lnTo>
                  <a:lnTo>
                    <a:pt x="532" y="2516"/>
                  </a:lnTo>
                  <a:lnTo>
                    <a:pt x="532" y="463"/>
                  </a:lnTo>
                  <a:lnTo>
                    <a:pt x="258" y="0"/>
                  </a:lnTo>
                  <a:lnTo>
                    <a:pt x="0" y="463"/>
                  </a:lnTo>
                  <a:close/>
                  <a:moveTo>
                    <a:pt x="371" y="1832"/>
                  </a:moveTo>
                  <a:lnTo>
                    <a:pt x="443" y="1832"/>
                  </a:lnTo>
                  <a:lnTo>
                    <a:pt x="443" y="2139"/>
                  </a:lnTo>
                  <a:lnTo>
                    <a:pt x="371" y="2139"/>
                  </a:lnTo>
                  <a:lnTo>
                    <a:pt x="371" y="1832"/>
                  </a:lnTo>
                  <a:close/>
                  <a:moveTo>
                    <a:pt x="371" y="1432"/>
                  </a:moveTo>
                  <a:lnTo>
                    <a:pt x="443" y="1432"/>
                  </a:lnTo>
                  <a:lnTo>
                    <a:pt x="443" y="1739"/>
                  </a:lnTo>
                  <a:lnTo>
                    <a:pt x="371" y="1739"/>
                  </a:lnTo>
                  <a:lnTo>
                    <a:pt x="371" y="1432"/>
                  </a:lnTo>
                  <a:close/>
                  <a:moveTo>
                    <a:pt x="371" y="630"/>
                  </a:moveTo>
                  <a:lnTo>
                    <a:pt x="443" y="630"/>
                  </a:lnTo>
                  <a:lnTo>
                    <a:pt x="443" y="938"/>
                  </a:lnTo>
                  <a:lnTo>
                    <a:pt x="371" y="938"/>
                  </a:lnTo>
                  <a:lnTo>
                    <a:pt x="371" y="630"/>
                  </a:lnTo>
                  <a:close/>
                  <a:moveTo>
                    <a:pt x="230" y="1832"/>
                  </a:moveTo>
                  <a:lnTo>
                    <a:pt x="302" y="1832"/>
                  </a:lnTo>
                  <a:lnTo>
                    <a:pt x="302" y="2139"/>
                  </a:lnTo>
                  <a:lnTo>
                    <a:pt x="230" y="2139"/>
                  </a:lnTo>
                  <a:lnTo>
                    <a:pt x="230" y="1832"/>
                  </a:lnTo>
                  <a:close/>
                  <a:moveTo>
                    <a:pt x="230" y="1432"/>
                  </a:moveTo>
                  <a:lnTo>
                    <a:pt x="302" y="1432"/>
                  </a:lnTo>
                  <a:lnTo>
                    <a:pt x="302" y="1739"/>
                  </a:lnTo>
                  <a:lnTo>
                    <a:pt x="230" y="1739"/>
                  </a:lnTo>
                  <a:lnTo>
                    <a:pt x="230" y="1432"/>
                  </a:lnTo>
                  <a:close/>
                  <a:moveTo>
                    <a:pt x="230" y="1031"/>
                  </a:moveTo>
                  <a:lnTo>
                    <a:pt x="302" y="1031"/>
                  </a:lnTo>
                  <a:lnTo>
                    <a:pt x="302" y="1338"/>
                  </a:lnTo>
                  <a:lnTo>
                    <a:pt x="230" y="1338"/>
                  </a:lnTo>
                  <a:lnTo>
                    <a:pt x="230" y="1031"/>
                  </a:lnTo>
                  <a:close/>
                  <a:moveTo>
                    <a:pt x="230" y="630"/>
                  </a:moveTo>
                  <a:lnTo>
                    <a:pt x="302" y="630"/>
                  </a:lnTo>
                  <a:lnTo>
                    <a:pt x="302" y="938"/>
                  </a:lnTo>
                  <a:lnTo>
                    <a:pt x="230" y="938"/>
                  </a:lnTo>
                  <a:lnTo>
                    <a:pt x="230" y="630"/>
                  </a:lnTo>
                  <a:close/>
                  <a:moveTo>
                    <a:pt x="88" y="1832"/>
                  </a:moveTo>
                  <a:lnTo>
                    <a:pt x="160" y="1832"/>
                  </a:lnTo>
                  <a:lnTo>
                    <a:pt x="160" y="2139"/>
                  </a:lnTo>
                  <a:lnTo>
                    <a:pt x="88" y="2139"/>
                  </a:lnTo>
                  <a:lnTo>
                    <a:pt x="88" y="1832"/>
                  </a:lnTo>
                  <a:close/>
                  <a:moveTo>
                    <a:pt x="88" y="1031"/>
                  </a:moveTo>
                  <a:lnTo>
                    <a:pt x="160" y="1031"/>
                  </a:lnTo>
                  <a:lnTo>
                    <a:pt x="160" y="1338"/>
                  </a:lnTo>
                  <a:lnTo>
                    <a:pt x="88" y="1338"/>
                  </a:lnTo>
                  <a:lnTo>
                    <a:pt x="88" y="10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9" name="îṡḻïḍê"/>
            <p:cNvSpPr/>
            <p:nvPr/>
          </p:nvSpPr>
          <p:spPr bwMode="auto">
            <a:xfrm>
              <a:off x="2041526" y="3784600"/>
              <a:ext cx="844550" cy="2338388"/>
            </a:xfrm>
            <a:custGeom>
              <a:avLst/>
              <a:gdLst>
                <a:gd name="T0" fmla="*/ 0 w 532"/>
                <a:gd name="T1" fmla="*/ 384 h 1473"/>
                <a:gd name="T2" fmla="*/ 0 w 532"/>
                <a:gd name="T3" fmla="*/ 1473 h 1473"/>
                <a:gd name="T4" fmla="*/ 532 w 532"/>
                <a:gd name="T5" fmla="*/ 1473 h 1473"/>
                <a:gd name="T6" fmla="*/ 532 w 532"/>
                <a:gd name="T7" fmla="*/ 384 h 1473"/>
                <a:gd name="T8" fmla="*/ 465 w 532"/>
                <a:gd name="T9" fmla="*/ 384 h 1473"/>
                <a:gd name="T10" fmla="*/ 465 w 532"/>
                <a:gd name="T11" fmla="*/ 283 h 1473"/>
                <a:gd name="T12" fmla="*/ 388 w 532"/>
                <a:gd name="T13" fmla="*/ 283 h 1473"/>
                <a:gd name="T14" fmla="*/ 388 w 532"/>
                <a:gd name="T15" fmla="*/ 0 h 1473"/>
                <a:gd name="T16" fmla="*/ 143 w 532"/>
                <a:gd name="T17" fmla="*/ 0 h 1473"/>
                <a:gd name="T18" fmla="*/ 143 w 532"/>
                <a:gd name="T19" fmla="*/ 283 h 1473"/>
                <a:gd name="T20" fmla="*/ 67 w 532"/>
                <a:gd name="T21" fmla="*/ 283 h 1473"/>
                <a:gd name="T22" fmla="*/ 67 w 532"/>
                <a:gd name="T23" fmla="*/ 384 h 1473"/>
                <a:gd name="T24" fmla="*/ 0 w 532"/>
                <a:gd name="T25" fmla="*/ 384 h 1473"/>
                <a:gd name="T26" fmla="*/ 362 w 532"/>
                <a:gd name="T27" fmla="*/ 1029 h 1473"/>
                <a:gd name="T28" fmla="*/ 457 w 532"/>
                <a:gd name="T29" fmla="*/ 1029 h 1473"/>
                <a:gd name="T30" fmla="*/ 457 w 532"/>
                <a:gd name="T31" fmla="*/ 1137 h 1473"/>
                <a:gd name="T32" fmla="*/ 362 w 532"/>
                <a:gd name="T33" fmla="*/ 1137 h 1473"/>
                <a:gd name="T34" fmla="*/ 362 w 532"/>
                <a:gd name="T35" fmla="*/ 1029 h 1473"/>
                <a:gd name="T36" fmla="*/ 362 w 532"/>
                <a:gd name="T37" fmla="*/ 681 h 1473"/>
                <a:gd name="T38" fmla="*/ 457 w 532"/>
                <a:gd name="T39" fmla="*/ 681 h 1473"/>
                <a:gd name="T40" fmla="*/ 457 w 532"/>
                <a:gd name="T41" fmla="*/ 792 h 1473"/>
                <a:gd name="T42" fmla="*/ 362 w 532"/>
                <a:gd name="T43" fmla="*/ 792 h 1473"/>
                <a:gd name="T44" fmla="*/ 362 w 532"/>
                <a:gd name="T45" fmla="*/ 681 h 1473"/>
                <a:gd name="T46" fmla="*/ 362 w 532"/>
                <a:gd name="T47" fmla="*/ 509 h 1473"/>
                <a:gd name="T48" fmla="*/ 457 w 532"/>
                <a:gd name="T49" fmla="*/ 509 h 1473"/>
                <a:gd name="T50" fmla="*/ 457 w 532"/>
                <a:gd name="T51" fmla="*/ 619 h 1473"/>
                <a:gd name="T52" fmla="*/ 362 w 532"/>
                <a:gd name="T53" fmla="*/ 619 h 1473"/>
                <a:gd name="T54" fmla="*/ 362 w 532"/>
                <a:gd name="T55" fmla="*/ 509 h 1473"/>
                <a:gd name="T56" fmla="*/ 218 w 532"/>
                <a:gd name="T57" fmla="*/ 854 h 1473"/>
                <a:gd name="T58" fmla="*/ 314 w 532"/>
                <a:gd name="T59" fmla="*/ 854 h 1473"/>
                <a:gd name="T60" fmla="*/ 314 w 532"/>
                <a:gd name="T61" fmla="*/ 964 h 1473"/>
                <a:gd name="T62" fmla="*/ 218 w 532"/>
                <a:gd name="T63" fmla="*/ 964 h 1473"/>
                <a:gd name="T64" fmla="*/ 218 w 532"/>
                <a:gd name="T65" fmla="*/ 854 h 1473"/>
                <a:gd name="T66" fmla="*/ 218 w 532"/>
                <a:gd name="T67" fmla="*/ 681 h 1473"/>
                <a:gd name="T68" fmla="*/ 314 w 532"/>
                <a:gd name="T69" fmla="*/ 681 h 1473"/>
                <a:gd name="T70" fmla="*/ 314 w 532"/>
                <a:gd name="T71" fmla="*/ 792 h 1473"/>
                <a:gd name="T72" fmla="*/ 218 w 532"/>
                <a:gd name="T73" fmla="*/ 792 h 1473"/>
                <a:gd name="T74" fmla="*/ 218 w 532"/>
                <a:gd name="T75" fmla="*/ 681 h 1473"/>
                <a:gd name="T76" fmla="*/ 218 w 532"/>
                <a:gd name="T77" fmla="*/ 509 h 1473"/>
                <a:gd name="T78" fmla="*/ 314 w 532"/>
                <a:gd name="T79" fmla="*/ 509 h 1473"/>
                <a:gd name="T80" fmla="*/ 314 w 532"/>
                <a:gd name="T81" fmla="*/ 619 h 1473"/>
                <a:gd name="T82" fmla="*/ 218 w 532"/>
                <a:gd name="T83" fmla="*/ 619 h 1473"/>
                <a:gd name="T84" fmla="*/ 218 w 532"/>
                <a:gd name="T85" fmla="*/ 509 h 1473"/>
                <a:gd name="T86" fmla="*/ 74 w 532"/>
                <a:gd name="T87" fmla="*/ 1029 h 1473"/>
                <a:gd name="T88" fmla="*/ 170 w 532"/>
                <a:gd name="T89" fmla="*/ 1029 h 1473"/>
                <a:gd name="T90" fmla="*/ 170 w 532"/>
                <a:gd name="T91" fmla="*/ 1137 h 1473"/>
                <a:gd name="T92" fmla="*/ 74 w 532"/>
                <a:gd name="T93" fmla="*/ 1137 h 1473"/>
                <a:gd name="T94" fmla="*/ 74 w 532"/>
                <a:gd name="T95" fmla="*/ 1029 h 1473"/>
                <a:gd name="T96" fmla="*/ 74 w 532"/>
                <a:gd name="T97" fmla="*/ 854 h 1473"/>
                <a:gd name="T98" fmla="*/ 170 w 532"/>
                <a:gd name="T99" fmla="*/ 854 h 1473"/>
                <a:gd name="T100" fmla="*/ 170 w 532"/>
                <a:gd name="T101" fmla="*/ 964 h 1473"/>
                <a:gd name="T102" fmla="*/ 74 w 532"/>
                <a:gd name="T103" fmla="*/ 964 h 1473"/>
                <a:gd name="T104" fmla="*/ 74 w 532"/>
                <a:gd name="T105" fmla="*/ 854 h 1473"/>
                <a:gd name="T106" fmla="*/ 74 w 532"/>
                <a:gd name="T107" fmla="*/ 681 h 1473"/>
                <a:gd name="T108" fmla="*/ 170 w 532"/>
                <a:gd name="T109" fmla="*/ 681 h 1473"/>
                <a:gd name="T110" fmla="*/ 170 w 532"/>
                <a:gd name="T111" fmla="*/ 792 h 1473"/>
                <a:gd name="T112" fmla="*/ 74 w 532"/>
                <a:gd name="T113" fmla="*/ 792 h 1473"/>
                <a:gd name="T114" fmla="*/ 74 w 532"/>
                <a:gd name="T115" fmla="*/ 681 h 1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2" h="1473">
                  <a:moveTo>
                    <a:pt x="0" y="384"/>
                  </a:moveTo>
                  <a:lnTo>
                    <a:pt x="0" y="1473"/>
                  </a:lnTo>
                  <a:lnTo>
                    <a:pt x="532" y="1473"/>
                  </a:lnTo>
                  <a:lnTo>
                    <a:pt x="532" y="384"/>
                  </a:lnTo>
                  <a:lnTo>
                    <a:pt x="465" y="384"/>
                  </a:lnTo>
                  <a:lnTo>
                    <a:pt x="465" y="283"/>
                  </a:lnTo>
                  <a:lnTo>
                    <a:pt x="388" y="283"/>
                  </a:lnTo>
                  <a:lnTo>
                    <a:pt x="388" y="0"/>
                  </a:lnTo>
                  <a:lnTo>
                    <a:pt x="143" y="0"/>
                  </a:lnTo>
                  <a:lnTo>
                    <a:pt x="143" y="283"/>
                  </a:lnTo>
                  <a:lnTo>
                    <a:pt x="67" y="283"/>
                  </a:lnTo>
                  <a:lnTo>
                    <a:pt x="67" y="384"/>
                  </a:lnTo>
                  <a:lnTo>
                    <a:pt x="0" y="384"/>
                  </a:lnTo>
                  <a:close/>
                  <a:moveTo>
                    <a:pt x="362" y="1029"/>
                  </a:moveTo>
                  <a:lnTo>
                    <a:pt x="457" y="1029"/>
                  </a:lnTo>
                  <a:lnTo>
                    <a:pt x="457" y="1137"/>
                  </a:lnTo>
                  <a:lnTo>
                    <a:pt x="362" y="1137"/>
                  </a:lnTo>
                  <a:lnTo>
                    <a:pt x="362" y="1029"/>
                  </a:lnTo>
                  <a:close/>
                  <a:moveTo>
                    <a:pt x="362" y="681"/>
                  </a:moveTo>
                  <a:lnTo>
                    <a:pt x="457" y="681"/>
                  </a:lnTo>
                  <a:lnTo>
                    <a:pt x="457" y="792"/>
                  </a:lnTo>
                  <a:lnTo>
                    <a:pt x="362" y="792"/>
                  </a:lnTo>
                  <a:lnTo>
                    <a:pt x="362" y="681"/>
                  </a:lnTo>
                  <a:close/>
                  <a:moveTo>
                    <a:pt x="362" y="509"/>
                  </a:moveTo>
                  <a:lnTo>
                    <a:pt x="457" y="509"/>
                  </a:lnTo>
                  <a:lnTo>
                    <a:pt x="457" y="619"/>
                  </a:lnTo>
                  <a:lnTo>
                    <a:pt x="362" y="619"/>
                  </a:lnTo>
                  <a:lnTo>
                    <a:pt x="362" y="509"/>
                  </a:lnTo>
                  <a:close/>
                  <a:moveTo>
                    <a:pt x="218" y="854"/>
                  </a:moveTo>
                  <a:lnTo>
                    <a:pt x="314" y="854"/>
                  </a:lnTo>
                  <a:lnTo>
                    <a:pt x="314" y="964"/>
                  </a:lnTo>
                  <a:lnTo>
                    <a:pt x="218" y="964"/>
                  </a:lnTo>
                  <a:lnTo>
                    <a:pt x="218" y="854"/>
                  </a:lnTo>
                  <a:close/>
                  <a:moveTo>
                    <a:pt x="218" y="681"/>
                  </a:moveTo>
                  <a:lnTo>
                    <a:pt x="314" y="681"/>
                  </a:lnTo>
                  <a:lnTo>
                    <a:pt x="314" y="792"/>
                  </a:lnTo>
                  <a:lnTo>
                    <a:pt x="218" y="792"/>
                  </a:lnTo>
                  <a:lnTo>
                    <a:pt x="218" y="681"/>
                  </a:lnTo>
                  <a:close/>
                  <a:moveTo>
                    <a:pt x="218" y="509"/>
                  </a:moveTo>
                  <a:lnTo>
                    <a:pt x="314" y="509"/>
                  </a:lnTo>
                  <a:lnTo>
                    <a:pt x="314" y="619"/>
                  </a:lnTo>
                  <a:lnTo>
                    <a:pt x="218" y="619"/>
                  </a:lnTo>
                  <a:lnTo>
                    <a:pt x="218" y="509"/>
                  </a:lnTo>
                  <a:close/>
                  <a:moveTo>
                    <a:pt x="74" y="1029"/>
                  </a:moveTo>
                  <a:lnTo>
                    <a:pt x="170" y="1029"/>
                  </a:lnTo>
                  <a:lnTo>
                    <a:pt x="170" y="1137"/>
                  </a:lnTo>
                  <a:lnTo>
                    <a:pt x="74" y="1137"/>
                  </a:lnTo>
                  <a:lnTo>
                    <a:pt x="74" y="1029"/>
                  </a:lnTo>
                  <a:close/>
                  <a:moveTo>
                    <a:pt x="74" y="854"/>
                  </a:moveTo>
                  <a:lnTo>
                    <a:pt x="170" y="854"/>
                  </a:lnTo>
                  <a:lnTo>
                    <a:pt x="170" y="964"/>
                  </a:lnTo>
                  <a:lnTo>
                    <a:pt x="74" y="964"/>
                  </a:lnTo>
                  <a:lnTo>
                    <a:pt x="74" y="854"/>
                  </a:lnTo>
                  <a:close/>
                  <a:moveTo>
                    <a:pt x="74" y="681"/>
                  </a:moveTo>
                  <a:lnTo>
                    <a:pt x="170" y="681"/>
                  </a:lnTo>
                  <a:lnTo>
                    <a:pt x="170" y="792"/>
                  </a:lnTo>
                  <a:lnTo>
                    <a:pt x="74" y="792"/>
                  </a:lnTo>
                  <a:lnTo>
                    <a:pt x="74" y="6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60" name="iṧlïḋe"/>
            <p:cNvSpPr/>
            <p:nvPr/>
          </p:nvSpPr>
          <p:spPr bwMode="auto">
            <a:xfrm>
              <a:off x="4940301" y="3128963"/>
              <a:ext cx="846138" cy="2994025"/>
            </a:xfrm>
            <a:custGeom>
              <a:avLst/>
              <a:gdLst>
                <a:gd name="T0" fmla="*/ 0 w 533"/>
                <a:gd name="T1" fmla="*/ 1886 h 1886"/>
                <a:gd name="T2" fmla="*/ 533 w 533"/>
                <a:gd name="T3" fmla="*/ 92 h 1886"/>
                <a:gd name="T4" fmla="*/ 487 w 533"/>
                <a:gd name="T5" fmla="*/ 0 h 1886"/>
                <a:gd name="T6" fmla="*/ 202 w 533"/>
                <a:gd name="T7" fmla="*/ 92 h 1886"/>
                <a:gd name="T8" fmla="*/ 310 w 533"/>
                <a:gd name="T9" fmla="*/ 1466 h 1886"/>
                <a:gd name="T10" fmla="*/ 456 w 533"/>
                <a:gd name="T11" fmla="*/ 1517 h 1886"/>
                <a:gd name="T12" fmla="*/ 310 w 533"/>
                <a:gd name="T13" fmla="*/ 1466 h 1886"/>
                <a:gd name="T14" fmla="*/ 456 w 533"/>
                <a:gd name="T15" fmla="*/ 1346 h 1886"/>
                <a:gd name="T16" fmla="*/ 310 w 533"/>
                <a:gd name="T17" fmla="*/ 1397 h 1886"/>
                <a:gd name="T18" fmla="*/ 310 w 533"/>
                <a:gd name="T19" fmla="*/ 1226 h 1886"/>
                <a:gd name="T20" fmla="*/ 456 w 533"/>
                <a:gd name="T21" fmla="*/ 1277 h 1886"/>
                <a:gd name="T22" fmla="*/ 310 w 533"/>
                <a:gd name="T23" fmla="*/ 1226 h 1886"/>
                <a:gd name="T24" fmla="*/ 456 w 533"/>
                <a:gd name="T25" fmla="*/ 1106 h 1886"/>
                <a:gd name="T26" fmla="*/ 310 w 533"/>
                <a:gd name="T27" fmla="*/ 1157 h 1886"/>
                <a:gd name="T28" fmla="*/ 310 w 533"/>
                <a:gd name="T29" fmla="*/ 866 h 1886"/>
                <a:gd name="T30" fmla="*/ 456 w 533"/>
                <a:gd name="T31" fmla="*/ 917 h 1886"/>
                <a:gd name="T32" fmla="*/ 310 w 533"/>
                <a:gd name="T33" fmla="*/ 866 h 1886"/>
                <a:gd name="T34" fmla="*/ 456 w 533"/>
                <a:gd name="T35" fmla="*/ 747 h 1886"/>
                <a:gd name="T36" fmla="*/ 310 w 533"/>
                <a:gd name="T37" fmla="*/ 797 h 1886"/>
                <a:gd name="T38" fmla="*/ 310 w 533"/>
                <a:gd name="T39" fmla="*/ 627 h 1886"/>
                <a:gd name="T40" fmla="*/ 456 w 533"/>
                <a:gd name="T41" fmla="*/ 677 h 1886"/>
                <a:gd name="T42" fmla="*/ 310 w 533"/>
                <a:gd name="T43" fmla="*/ 627 h 1886"/>
                <a:gd name="T44" fmla="*/ 456 w 533"/>
                <a:gd name="T45" fmla="*/ 507 h 1886"/>
                <a:gd name="T46" fmla="*/ 310 w 533"/>
                <a:gd name="T47" fmla="*/ 557 h 1886"/>
                <a:gd name="T48" fmla="*/ 310 w 533"/>
                <a:gd name="T49" fmla="*/ 267 h 1886"/>
                <a:gd name="T50" fmla="*/ 456 w 533"/>
                <a:gd name="T51" fmla="*/ 317 h 1886"/>
                <a:gd name="T52" fmla="*/ 310 w 533"/>
                <a:gd name="T53" fmla="*/ 267 h 1886"/>
                <a:gd name="T54" fmla="*/ 223 w 533"/>
                <a:gd name="T55" fmla="*/ 1586 h 1886"/>
                <a:gd name="T56" fmla="*/ 77 w 533"/>
                <a:gd name="T57" fmla="*/ 1637 h 1886"/>
                <a:gd name="T58" fmla="*/ 77 w 533"/>
                <a:gd name="T59" fmla="*/ 1466 h 1886"/>
                <a:gd name="T60" fmla="*/ 223 w 533"/>
                <a:gd name="T61" fmla="*/ 1517 h 1886"/>
                <a:gd name="T62" fmla="*/ 77 w 533"/>
                <a:gd name="T63" fmla="*/ 1466 h 1886"/>
                <a:gd name="T64" fmla="*/ 223 w 533"/>
                <a:gd name="T65" fmla="*/ 1226 h 1886"/>
                <a:gd name="T66" fmla="*/ 77 w 533"/>
                <a:gd name="T67" fmla="*/ 1277 h 1886"/>
                <a:gd name="T68" fmla="*/ 77 w 533"/>
                <a:gd name="T69" fmla="*/ 986 h 1886"/>
                <a:gd name="T70" fmla="*/ 223 w 533"/>
                <a:gd name="T71" fmla="*/ 1037 h 1886"/>
                <a:gd name="T72" fmla="*/ 77 w 533"/>
                <a:gd name="T73" fmla="*/ 986 h 1886"/>
                <a:gd name="T74" fmla="*/ 223 w 533"/>
                <a:gd name="T75" fmla="*/ 866 h 1886"/>
                <a:gd name="T76" fmla="*/ 77 w 533"/>
                <a:gd name="T77" fmla="*/ 917 h 1886"/>
                <a:gd name="T78" fmla="*/ 77 w 533"/>
                <a:gd name="T79" fmla="*/ 627 h 1886"/>
                <a:gd name="T80" fmla="*/ 223 w 533"/>
                <a:gd name="T81" fmla="*/ 677 h 1886"/>
                <a:gd name="T82" fmla="*/ 77 w 533"/>
                <a:gd name="T83" fmla="*/ 627 h 1886"/>
                <a:gd name="T84" fmla="*/ 223 w 533"/>
                <a:gd name="T85" fmla="*/ 387 h 1886"/>
                <a:gd name="T86" fmla="*/ 77 w 533"/>
                <a:gd name="T87" fmla="*/ 437 h 1886"/>
                <a:gd name="T88" fmla="*/ 77 w 533"/>
                <a:gd name="T89" fmla="*/ 267 h 1886"/>
                <a:gd name="T90" fmla="*/ 223 w 533"/>
                <a:gd name="T91" fmla="*/ 317 h 1886"/>
                <a:gd name="T92" fmla="*/ 77 w 533"/>
                <a:gd name="T93" fmla="*/ 267 h 1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3" h="1886">
                  <a:moveTo>
                    <a:pt x="0" y="92"/>
                  </a:moveTo>
                  <a:lnTo>
                    <a:pt x="0" y="1886"/>
                  </a:lnTo>
                  <a:lnTo>
                    <a:pt x="533" y="1886"/>
                  </a:lnTo>
                  <a:lnTo>
                    <a:pt x="533" y="92"/>
                  </a:lnTo>
                  <a:lnTo>
                    <a:pt x="487" y="92"/>
                  </a:lnTo>
                  <a:lnTo>
                    <a:pt x="487" y="0"/>
                  </a:lnTo>
                  <a:lnTo>
                    <a:pt x="202" y="0"/>
                  </a:lnTo>
                  <a:lnTo>
                    <a:pt x="202" y="92"/>
                  </a:lnTo>
                  <a:lnTo>
                    <a:pt x="0" y="92"/>
                  </a:lnTo>
                  <a:close/>
                  <a:moveTo>
                    <a:pt x="310" y="1466"/>
                  </a:moveTo>
                  <a:lnTo>
                    <a:pt x="456" y="1466"/>
                  </a:lnTo>
                  <a:lnTo>
                    <a:pt x="456" y="1517"/>
                  </a:lnTo>
                  <a:lnTo>
                    <a:pt x="310" y="1517"/>
                  </a:lnTo>
                  <a:lnTo>
                    <a:pt x="310" y="1466"/>
                  </a:lnTo>
                  <a:close/>
                  <a:moveTo>
                    <a:pt x="310" y="1346"/>
                  </a:moveTo>
                  <a:lnTo>
                    <a:pt x="456" y="1346"/>
                  </a:lnTo>
                  <a:lnTo>
                    <a:pt x="456" y="1397"/>
                  </a:lnTo>
                  <a:lnTo>
                    <a:pt x="310" y="1397"/>
                  </a:lnTo>
                  <a:lnTo>
                    <a:pt x="310" y="1346"/>
                  </a:lnTo>
                  <a:close/>
                  <a:moveTo>
                    <a:pt x="310" y="1226"/>
                  </a:moveTo>
                  <a:lnTo>
                    <a:pt x="456" y="1226"/>
                  </a:lnTo>
                  <a:lnTo>
                    <a:pt x="456" y="1277"/>
                  </a:lnTo>
                  <a:lnTo>
                    <a:pt x="310" y="1277"/>
                  </a:lnTo>
                  <a:lnTo>
                    <a:pt x="310" y="1226"/>
                  </a:lnTo>
                  <a:close/>
                  <a:moveTo>
                    <a:pt x="310" y="1106"/>
                  </a:moveTo>
                  <a:lnTo>
                    <a:pt x="456" y="1106"/>
                  </a:lnTo>
                  <a:lnTo>
                    <a:pt x="456" y="1157"/>
                  </a:lnTo>
                  <a:lnTo>
                    <a:pt x="310" y="1157"/>
                  </a:lnTo>
                  <a:lnTo>
                    <a:pt x="310" y="1106"/>
                  </a:lnTo>
                  <a:close/>
                  <a:moveTo>
                    <a:pt x="310" y="866"/>
                  </a:moveTo>
                  <a:lnTo>
                    <a:pt x="456" y="866"/>
                  </a:lnTo>
                  <a:lnTo>
                    <a:pt x="456" y="917"/>
                  </a:lnTo>
                  <a:lnTo>
                    <a:pt x="310" y="917"/>
                  </a:lnTo>
                  <a:lnTo>
                    <a:pt x="310" y="866"/>
                  </a:lnTo>
                  <a:close/>
                  <a:moveTo>
                    <a:pt x="310" y="747"/>
                  </a:moveTo>
                  <a:lnTo>
                    <a:pt x="456" y="747"/>
                  </a:lnTo>
                  <a:lnTo>
                    <a:pt x="456" y="797"/>
                  </a:lnTo>
                  <a:lnTo>
                    <a:pt x="310" y="797"/>
                  </a:lnTo>
                  <a:lnTo>
                    <a:pt x="310" y="747"/>
                  </a:lnTo>
                  <a:close/>
                  <a:moveTo>
                    <a:pt x="310" y="627"/>
                  </a:moveTo>
                  <a:lnTo>
                    <a:pt x="456" y="627"/>
                  </a:lnTo>
                  <a:lnTo>
                    <a:pt x="456" y="677"/>
                  </a:lnTo>
                  <a:lnTo>
                    <a:pt x="310" y="677"/>
                  </a:lnTo>
                  <a:lnTo>
                    <a:pt x="310" y="627"/>
                  </a:lnTo>
                  <a:close/>
                  <a:moveTo>
                    <a:pt x="310" y="507"/>
                  </a:moveTo>
                  <a:lnTo>
                    <a:pt x="456" y="507"/>
                  </a:lnTo>
                  <a:lnTo>
                    <a:pt x="456" y="557"/>
                  </a:lnTo>
                  <a:lnTo>
                    <a:pt x="310" y="557"/>
                  </a:lnTo>
                  <a:lnTo>
                    <a:pt x="310" y="507"/>
                  </a:lnTo>
                  <a:close/>
                  <a:moveTo>
                    <a:pt x="310" y="267"/>
                  </a:moveTo>
                  <a:lnTo>
                    <a:pt x="456" y="267"/>
                  </a:lnTo>
                  <a:lnTo>
                    <a:pt x="456" y="317"/>
                  </a:lnTo>
                  <a:lnTo>
                    <a:pt x="310" y="317"/>
                  </a:lnTo>
                  <a:lnTo>
                    <a:pt x="310" y="267"/>
                  </a:lnTo>
                  <a:close/>
                  <a:moveTo>
                    <a:pt x="77" y="1586"/>
                  </a:moveTo>
                  <a:lnTo>
                    <a:pt x="223" y="1586"/>
                  </a:lnTo>
                  <a:lnTo>
                    <a:pt x="223" y="1637"/>
                  </a:lnTo>
                  <a:lnTo>
                    <a:pt x="77" y="1637"/>
                  </a:lnTo>
                  <a:lnTo>
                    <a:pt x="77" y="1586"/>
                  </a:lnTo>
                  <a:close/>
                  <a:moveTo>
                    <a:pt x="77" y="1466"/>
                  </a:moveTo>
                  <a:lnTo>
                    <a:pt x="223" y="1466"/>
                  </a:lnTo>
                  <a:lnTo>
                    <a:pt x="223" y="1517"/>
                  </a:lnTo>
                  <a:lnTo>
                    <a:pt x="77" y="1517"/>
                  </a:lnTo>
                  <a:lnTo>
                    <a:pt x="77" y="1466"/>
                  </a:lnTo>
                  <a:close/>
                  <a:moveTo>
                    <a:pt x="77" y="1226"/>
                  </a:moveTo>
                  <a:lnTo>
                    <a:pt x="223" y="1226"/>
                  </a:lnTo>
                  <a:lnTo>
                    <a:pt x="223" y="1277"/>
                  </a:lnTo>
                  <a:lnTo>
                    <a:pt x="77" y="1277"/>
                  </a:lnTo>
                  <a:lnTo>
                    <a:pt x="77" y="1226"/>
                  </a:lnTo>
                  <a:close/>
                  <a:moveTo>
                    <a:pt x="77" y="986"/>
                  </a:moveTo>
                  <a:lnTo>
                    <a:pt x="223" y="986"/>
                  </a:lnTo>
                  <a:lnTo>
                    <a:pt x="223" y="1037"/>
                  </a:lnTo>
                  <a:lnTo>
                    <a:pt x="77" y="1037"/>
                  </a:lnTo>
                  <a:lnTo>
                    <a:pt x="77" y="986"/>
                  </a:lnTo>
                  <a:close/>
                  <a:moveTo>
                    <a:pt x="77" y="866"/>
                  </a:moveTo>
                  <a:lnTo>
                    <a:pt x="223" y="866"/>
                  </a:lnTo>
                  <a:lnTo>
                    <a:pt x="223" y="917"/>
                  </a:lnTo>
                  <a:lnTo>
                    <a:pt x="77" y="917"/>
                  </a:lnTo>
                  <a:lnTo>
                    <a:pt x="77" y="866"/>
                  </a:lnTo>
                  <a:close/>
                  <a:moveTo>
                    <a:pt x="77" y="627"/>
                  </a:moveTo>
                  <a:lnTo>
                    <a:pt x="223" y="627"/>
                  </a:lnTo>
                  <a:lnTo>
                    <a:pt x="223" y="677"/>
                  </a:lnTo>
                  <a:lnTo>
                    <a:pt x="77" y="677"/>
                  </a:lnTo>
                  <a:lnTo>
                    <a:pt x="77" y="627"/>
                  </a:lnTo>
                  <a:close/>
                  <a:moveTo>
                    <a:pt x="77" y="387"/>
                  </a:moveTo>
                  <a:lnTo>
                    <a:pt x="223" y="387"/>
                  </a:lnTo>
                  <a:lnTo>
                    <a:pt x="223" y="437"/>
                  </a:lnTo>
                  <a:lnTo>
                    <a:pt x="77" y="437"/>
                  </a:lnTo>
                  <a:lnTo>
                    <a:pt x="77" y="387"/>
                  </a:lnTo>
                  <a:close/>
                  <a:moveTo>
                    <a:pt x="77" y="267"/>
                  </a:moveTo>
                  <a:lnTo>
                    <a:pt x="223" y="267"/>
                  </a:lnTo>
                  <a:lnTo>
                    <a:pt x="223" y="317"/>
                  </a:lnTo>
                  <a:lnTo>
                    <a:pt x="77" y="317"/>
                  </a:lnTo>
                  <a:lnTo>
                    <a:pt x="7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61" name="íS1ïďe"/>
            <p:cNvSpPr/>
            <p:nvPr/>
          </p:nvSpPr>
          <p:spPr bwMode="auto">
            <a:xfrm>
              <a:off x="3973513" y="3460750"/>
              <a:ext cx="846138" cy="2662238"/>
            </a:xfrm>
            <a:custGeom>
              <a:avLst/>
              <a:gdLst>
                <a:gd name="T0" fmla="*/ 0 w 533"/>
                <a:gd name="T1" fmla="*/ 1677 h 1677"/>
                <a:gd name="T2" fmla="*/ 533 w 533"/>
                <a:gd name="T3" fmla="*/ 204 h 1677"/>
                <a:gd name="T4" fmla="*/ 437 w 533"/>
                <a:gd name="T5" fmla="*/ 0 h 1677"/>
                <a:gd name="T6" fmla="*/ 329 w 533"/>
                <a:gd name="T7" fmla="*/ 204 h 1677"/>
                <a:gd name="T8" fmla="*/ 401 w 533"/>
                <a:gd name="T9" fmla="*/ 1252 h 1677"/>
                <a:gd name="T10" fmla="*/ 473 w 533"/>
                <a:gd name="T11" fmla="*/ 1324 h 1677"/>
                <a:gd name="T12" fmla="*/ 401 w 533"/>
                <a:gd name="T13" fmla="*/ 1252 h 1677"/>
                <a:gd name="T14" fmla="*/ 473 w 533"/>
                <a:gd name="T15" fmla="*/ 1104 h 1677"/>
                <a:gd name="T16" fmla="*/ 401 w 533"/>
                <a:gd name="T17" fmla="*/ 1176 h 1677"/>
                <a:gd name="T18" fmla="*/ 401 w 533"/>
                <a:gd name="T19" fmla="*/ 957 h 1677"/>
                <a:gd name="T20" fmla="*/ 473 w 533"/>
                <a:gd name="T21" fmla="*/ 1029 h 1677"/>
                <a:gd name="T22" fmla="*/ 401 w 533"/>
                <a:gd name="T23" fmla="*/ 957 h 1677"/>
                <a:gd name="T24" fmla="*/ 473 w 533"/>
                <a:gd name="T25" fmla="*/ 811 h 1677"/>
                <a:gd name="T26" fmla="*/ 401 w 533"/>
                <a:gd name="T27" fmla="*/ 883 h 1677"/>
                <a:gd name="T28" fmla="*/ 401 w 533"/>
                <a:gd name="T29" fmla="*/ 662 h 1677"/>
                <a:gd name="T30" fmla="*/ 473 w 533"/>
                <a:gd name="T31" fmla="*/ 734 h 1677"/>
                <a:gd name="T32" fmla="*/ 401 w 533"/>
                <a:gd name="T33" fmla="*/ 662 h 1677"/>
                <a:gd name="T34" fmla="*/ 473 w 533"/>
                <a:gd name="T35" fmla="*/ 516 h 1677"/>
                <a:gd name="T36" fmla="*/ 401 w 533"/>
                <a:gd name="T37" fmla="*/ 588 h 1677"/>
                <a:gd name="T38" fmla="*/ 288 w 533"/>
                <a:gd name="T39" fmla="*/ 1104 h 1677"/>
                <a:gd name="T40" fmla="*/ 360 w 533"/>
                <a:gd name="T41" fmla="*/ 1176 h 1677"/>
                <a:gd name="T42" fmla="*/ 288 w 533"/>
                <a:gd name="T43" fmla="*/ 1104 h 1677"/>
                <a:gd name="T44" fmla="*/ 360 w 533"/>
                <a:gd name="T45" fmla="*/ 957 h 1677"/>
                <a:gd name="T46" fmla="*/ 288 w 533"/>
                <a:gd name="T47" fmla="*/ 1029 h 1677"/>
                <a:gd name="T48" fmla="*/ 288 w 533"/>
                <a:gd name="T49" fmla="*/ 662 h 1677"/>
                <a:gd name="T50" fmla="*/ 360 w 533"/>
                <a:gd name="T51" fmla="*/ 734 h 1677"/>
                <a:gd name="T52" fmla="*/ 288 w 533"/>
                <a:gd name="T53" fmla="*/ 662 h 1677"/>
                <a:gd name="T54" fmla="*/ 360 w 533"/>
                <a:gd name="T55" fmla="*/ 516 h 1677"/>
                <a:gd name="T56" fmla="*/ 288 w 533"/>
                <a:gd name="T57" fmla="*/ 588 h 1677"/>
                <a:gd name="T58" fmla="*/ 288 w 533"/>
                <a:gd name="T59" fmla="*/ 370 h 1677"/>
                <a:gd name="T60" fmla="*/ 360 w 533"/>
                <a:gd name="T61" fmla="*/ 442 h 1677"/>
                <a:gd name="T62" fmla="*/ 288 w 533"/>
                <a:gd name="T63" fmla="*/ 370 h 1677"/>
                <a:gd name="T64" fmla="*/ 245 w 533"/>
                <a:gd name="T65" fmla="*/ 1252 h 1677"/>
                <a:gd name="T66" fmla="*/ 173 w 533"/>
                <a:gd name="T67" fmla="*/ 1324 h 1677"/>
                <a:gd name="T68" fmla="*/ 173 w 533"/>
                <a:gd name="T69" fmla="*/ 1104 h 1677"/>
                <a:gd name="T70" fmla="*/ 245 w 533"/>
                <a:gd name="T71" fmla="*/ 1176 h 1677"/>
                <a:gd name="T72" fmla="*/ 173 w 533"/>
                <a:gd name="T73" fmla="*/ 1104 h 1677"/>
                <a:gd name="T74" fmla="*/ 245 w 533"/>
                <a:gd name="T75" fmla="*/ 811 h 1677"/>
                <a:gd name="T76" fmla="*/ 173 w 533"/>
                <a:gd name="T77" fmla="*/ 883 h 1677"/>
                <a:gd name="T78" fmla="*/ 173 w 533"/>
                <a:gd name="T79" fmla="*/ 662 h 1677"/>
                <a:gd name="T80" fmla="*/ 245 w 533"/>
                <a:gd name="T81" fmla="*/ 734 h 1677"/>
                <a:gd name="T82" fmla="*/ 173 w 533"/>
                <a:gd name="T83" fmla="*/ 662 h 1677"/>
                <a:gd name="T84" fmla="*/ 245 w 533"/>
                <a:gd name="T85" fmla="*/ 516 h 1677"/>
                <a:gd name="T86" fmla="*/ 173 w 533"/>
                <a:gd name="T87" fmla="*/ 588 h 1677"/>
                <a:gd name="T88" fmla="*/ 173 w 533"/>
                <a:gd name="T89" fmla="*/ 370 h 1677"/>
                <a:gd name="T90" fmla="*/ 245 w 533"/>
                <a:gd name="T91" fmla="*/ 442 h 1677"/>
                <a:gd name="T92" fmla="*/ 173 w 533"/>
                <a:gd name="T93" fmla="*/ 370 h 1677"/>
                <a:gd name="T94" fmla="*/ 132 w 533"/>
                <a:gd name="T95" fmla="*/ 1252 h 1677"/>
                <a:gd name="T96" fmla="*/ 60 w 533"/>
                <a:gd name="T97" fmla="*/ 1324 h 1677"/>
                <a:gd name="T98" fmla="*/ 60 w 533"/>
                <a:gd name="T99" fmla="*/ 1104 h 1677"/>
                <a:gd name="T100" fmla="*/ 132 w 533"/>
                <a:gd name="T101" fmla="*/ 1176 h 1677"/>
                <a:gd name="T102" fmla="*/ 60 w 533"/>
                <a:gd name="T103" fmla="*/ 1104 h 1677"/>
                <a:gd name="T104" fmla="*/ 132 w 533"/>
                <a:gd name="T105" fmla="*/ 957 h 1677"/>
                <a:gd name="T106" fmla="*/ 60 w 533"/>
                <a:gd name="T107" fmla="*/ 1029 h 1677"/>
                <a:gd name="T108" fmla="*/ 60 w 533"/>
                <a:gd name="T109" fmla="*/ 811 h 1677"/>
                <a:gd name="T110" fmla="*/ 132 w 533"/>
                <a:gd name="T111" fmla="*/ 883 h 1677"/>
                <a:gd name="T112" fmla="*/ 60 w 533"/>
                <a:gd name="T113" fmla="*/ 811 h 1677"/>
                <a:gd name="T114" fmla="*/ 132 w 533"/>
                <a:gd name="T115" fmla="*/ 516 h 1677"/>
                <a:gd name="T116" fmla="*/ 60 w 533"/>
                <a:gd name="T117" fmla="*/ 588 h 1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3" h="1677">
                  <a:moveTo>
                    <a:pt x="0" y="204"/>
                  </a:moveTo>
                  <a:lnTo>
                    <a:pt x="0" y="1677"/>
                  </a:lnTo>
                  <a:lnTo>
                    <a:pt x="533" y="1677"/>
                  </a:lnTo>
                  <a:lnTo>
                    <a:pt x="533" y="204"/>
                  </a:lnTo>
                  <a:lnTo>
                    <a:pt x="437" y="204"/>
                  </a:lnTo>
                  <a:lnTo>
                    <a:pt x="437" y="0"/>
                  </a:lnTo>
                  <a:lnTo>
                    <a:pt x="329" y="0"/>
                  </a:lnTo>
                  <a:lnTo>
                    <a:pt x="329" y="204"/>
                  </a:lnTo>
                  <a:lnTo>
                    <a:pt x="0" y="204"/>
                  </a:lnTo>
                  <a:close/>
                  <a:moveTo>
                    <a:pt x="401" y="1252"/>
                  </a:moveTo>
                  <a:lnTo>
                    <a:pt x="473" y="1252"/>
                  </a:lnTo>
                  <a:lnTo>
                    <a:pt x="473" y="1324"/>
                  </a:lnTo>
                  <a:lnTo>
                    <a:pt x="401" y="1324"/>
                  </a:lnTo>
                  <a:lnTo>
                    <a:pt x="401" y="1252"/>
                  </a:lnTo>
                  <a:close/>
                  <a:moveTo>
                    <a:pt x="401" y="1104"/>
                  </a:moveTo>
                  <a:lnTo>
                    <a:pt x="473" y="1104"/>
                  </a:lnTo>
                  <a:lnTo>
                    <a:pt x="473" y="1176"/>
                  </a:lnTo>
                  <a:lnTo>
                    <a:pt x="401" y="1176"/>
                  </a:lnTo>
                  <a:lnTo>
                    <a:pt x="401" y="1104"/>
                  </a:lnTo>
                  <a:close/>
                  <a:moveTo>
                    <a:pt x="401" y="957"/>
                  </a:moveTo>
                  <a:lnTo>
                    <a:pt x="473" y="957"/>
                  </a:lnTo>
                  <a:lnTo>
                    <a:pt x="473" y="1029"/>
                  </a:lnTo>
                  <a:lnTo>
                    <a:pt x="401" y="1029"/>
                  </a:lnTo>
                  <a:lnTo>
                    <a:pt x="401" y="957"/>
                  </a:lnTo>
                  <a:close/>
                  <a:moveTo>
                    <a:pt x="401" y="811"/>
                  </a:moveTo>
                  <a:lnTo>
                    <a:pt x="473" y="811"/>
                  </a:lnTo>
                  <a:lnTo>
                    <a:pt x="473" y="883"/>
                  </a:lnTo>
                  <a:lnTo>
                    <a:pt x="401" y="883"/>
                  </a:lnTo>
                  <a:lnTo>
                    <a:pt x="401" y="811"/>
                  </a:lnTo>
                  <a:close/>
                  <a:moveTo>
                    <a:pt x="401" y="662"/>
                  </a:moveTo>
                  <a:lnTo>
                    <a:pt x="473" y="662"/>
                  </a:lnTo>
                  <a:lnTo>
                    <a:pt x="473" y="734"/>
                  </a:lnTo>
                  <a:lnTo>
                    <a:pt x="401" y="734"/>
                  </a:lnTo>
                  <a:lnTo>
                    <a:pt x="401" y="662"/>
                  </a:lnTo>
                  <a:close/>
                  <a:moveTo>
                    <a:pt x="401" y="516"/>
                  </a:moveTo>
                  <a:lnTo>
                    <a:pt x="473" y="516"/>
                  </a:lnTo>
                  <a:lnTo>
                    <a:pt x="473" y="588"/>
                  </a:lnTo>
                  <a:lnTo>
                    <a:pt x="401" y="588"/>
                  </a:lnTo>
                  <a:lnTo>
                    <a:pt x="401" y="516"/>
                  </a:lnTo>
                  <a:close/>
                  <a:moveTo>
                    <a:pt x="288" y="1104"/>
                  </a:moveTo>
                  <a:lnTo>
                    <a:pt x="360" y="1104"/>
                  </a:lnTo>
                  <a:lnTo>
                    <a:pt x="360" y="1176"/>
                  </a:lnTo>
                  <a:lnTo>
                    <a:pt x="288" y="1176"/>
                  </a:lnTo>
                  <a:lnTo>
                    <a:pt x="288" y="1104"/>
                  </a:lnTo>
                  <a:close/>
                  <a:moveTo>
                    <a:pt x="288" y="957"/>
                  </a:moveTo>
                  <a:lnTo>
                    <a:pt x="360" y="957"/>
                  </a:lnTo>
                  <a:lnTo>
                    <a:pt x="360" y="1029"/>
                  </a:lnTo>
                  <a:lnTo>
                    <a:pt x="288" y="1029"/>
                  </a:lnTo>
                  <a:lnTo>
                    <a:pt x="288" y="957"/>
                  </a:lnTo>
                  <a:close/>
                  <a:moveTo>
                    <a:pt x="288" y="662"/>
                  </a:moveTo>
                  <a:lnTo>
                    <a:pt x="360" y="662"/>
                  </a:lnTo>
                  <a:lnTo>
                    <a:pt x="360" y="734"/>
                  </a:lnTo>
                  <a:lnTo>
                    <a:pt x="288" y="734"/>
                  </a:lnTo>
                  <a:lnTo>
                    <a:pt x="288" y="662"/>
                  </a:lnTo>
                  <a:close/>
                  <a:moveTo>
                    <a:pt x="288" y="516"/>
                  </a:moveTo>
                  <a:lnTo>
                    <a:pt x="360" y="516"/>
                  </a:lnTo>
                  <a:lnTo>
                    <a:pt x="360" y="588"/>
                  </a:lnTo>
                  <a:lnTo>
                    <a:pt x="288" y="588"/>
                  </a:lnTo>
                  <a:lnTo>
                    <a:pt x="288" y="516"/>
                  </a:lnTo>
                  <a:close/>
                  <a:moveTo>
                    <a:pt x="288" y="370"/>
                  </a:moveTo>
                  <a:lnTo>
                    <a:pt x="360" y="370"/>
                  </a:lnTo>
                  <a:lnTo>
                    <a:pt x="360" y="442"/>
                  </a:lnTo>
                  <a:lnTo>
                    <a:pt x="288" y="442"/>
                  </a:lnTo>
                  <a:lnTo>
                    <a:pt x="288" y="370"/>
                  </a:lnTo>
                  <a:close/>
                  <a:moveTo>
                    <a:pt x="173" y="1252"/>
                  </a:moveTo>
                  <a:lnTo>
                    <a:pt x="245" y="1252"/>
                  </a:lnTo>
                  <a:lnTo>
                    <a:pt x="245" y="1324"/>
                  </a:lnTo>
                  <a:lnTo>
                    <a:pt x="173" y="1324"/>
                  </a:lnTo>
                  <a:lnTo>
                    <a:pt x="173" y="1252"/>
                  </a:lnTo>
                  <a:close/>
                  <a:moveTo>
                    <a:pt x="173" y="1104"/>
                  </a:moveTo>
                  <a:lnTo>
                    <a:pt x="245" y="1104"/>
                  </a:lnTo>
                  <a:lnTo>
                    <a:pt x="245" y="1176"/>
                  </a:lnTo>
                  <a:lnTo>
                    <a:pt x="173" y="1176"/>
                  </a:lnTo>
                  <a:lnTo>
                    <a:pt x="173" y="1104"/>
                  </a:lnTo>
                  <a:close/>
                  <a:moveTo>
                    <a:pt x="173" y="811"/>
                  </a:moveTo>
                  <a:lnTo>
                    <a:pt x="245" y="811"/>
                  </a:lnTo>
                  <a:lnTo>
                    <a:pt x="245" y="883"/>
                  </a:lnTo>
                  <a:lnTo>
                    <a:pt x="173" y="883"/>
                  </a:lnTo>
                  <a:lnTo>
                    <a:pt x="173" y="811"/>
                  </a:lnTo>
                  <a:close/>
                  <a:moveTo>
                    <a:pt x="173" y="662"/>
                  </a:moveTo>
                  <a:lnTo>
                    <a:pt x="245" y="662"/>
                  </a:lnTo>
                  <a:lnTo>
                    <a:pt x="245" y="734"/>
                  </a:lnTo>
                  <a:lnTo>
                    <a:pt x="173" y="734"/>
                  </a:lnTo>
                  <a:lnTo>
                    <a:pt x="173" y="662"/>
                  </a:lnTo>
                  <a:close/>
                  <a:moveTo>
                    <a:pt x="173" y="516"/>
                  </a:moveTo>
                  <a:lnTo>
                    <a:pt x="245" y="516"/>
                  </a:lnTo>
                  <a:lnTo>
                    <a:pt x="245" y="588"/>
                  </a:lnTo>
                  <a:lnTo>
                    <a:pt x="173" y="588"/>
                  </a:lnTo>
                  <a:lnTo>
                    <a:pt x="173" y="516"/>
                  </a:lnTo>
                  <a:close/>
                  <a:moveTo>
                    <a:pt x="173" y="370"/>
                  </a:moveTo>
                  <a:lnTo>
                    <a:pt x="245" y="370"/>
                  </a:lnTo>
                  <a:lnTo>
                    <a:pt x="245" y="442"/>
                  </a:lnTo>
                  <a:lnTo>
                    <a:pt x="173" y="442"/>
                  </a:lnTo>
                  <a:lnTo>
                    <a:pt x="173" y="370"/>
                  </a:lnTo>
                  <a:close/>
                  <a:moveTo>
                    <a:pt x="60" y="1252"/>
                  </a:moveTo>
                  <a:lnTo>
                    <a:pt x="132" y="1252"/>
                  </a:lnTo>
                  <a:lnTo>
                    <a:pt x="132" y="1324"/>
                  </a:lnTo>
                  <a:lnTo>
                    <a:pt x="60" y="1324"/>
                  </a:lnTo>
                  <a:lnTo>
                    <a:pt x="60" y="1252"/>
                  </a:lnTo>
                  <a:close/>
                  <a:moveTo>
                    <a:pt x="60" y="1104"/>
                  </a:moveTo>
                  <a:lnTo>
                    <a:pt x="132" y="1104"/>
                  </a:lnTo>
                  <a:lnTo>
                    <a:pt x="132" y="1176"/>
                  </a:lnTo>
                  <a:lnTo>
                    <a:pt x="60" y="1176"/>
                  </a:lnTo>
                  <a:lnTo>
                    <a:pt x="60" y="1104"/>
                  </a:lnTo>
                  <a:close/>
                  <a:moveTo>
                    <a:pt x="60" y="957"/>
                  </a:moveTo>
                  <a:lnTo>
                    <a:pt x="132" y="957"/>
                  </a:lnTo>
                  <a:lnTo>
                    <a:pt x="132" y="1029"/>
                  </a:lnTo>
                  <a:lnTo>
                    <a:pt x="60" y="1029"/>
                  </a:lnTo>
                  <a:lnTo>
                    <a:pt x="60" y="957"/>
                  </a:lnTo>
                  <a:close/>
                  <a:moveTo>
                    <a:pt x="60" y="811"/>
                  </a:moveTo>
                  <a:lnTo>
                    <a:pt x="132" y="811"/>
                  </a:lnTo>
                  <a:lnTo>
                    <a:pt x="132" y="883"/>
                  </a:lnTo>
                  <a:lnTo>
                    <a:pt x="60" y="883"/>
                  </a:lnTo>
                  <a:lnTo>
                    <a:pt x="60" y="811"/>
                  </a:lnTo>
                  <a:close/>
                  <a:moveTo>
                    <a:pt x="60" y="516"/>
                  </a:moveTo>
                  <a:lnTo>
                    <a:pt x="132" y="516"/>
                  </a:lnTo>
                  <a:lnTo>
                    <a:pt x="132" y="588"/>
                  </a:lnTo>
                  <a:lnTo>
                    <a:pt x="60" y="588"/>
                  </a:lnTo>
                  <a:lnTo>
                    <a:pt x="60" y="5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62" name="í$ḷiďe"/>
            <p:cNvSpPr/>
            <p:nvPr/>
          </p:nvSpPr>
          <p:spPr bwMode="auto">
            <a:xfrm>
              <a:off x="5907088" y="4092575"/>
              <a:ext cx="846138" cy="2030413"/>
            </a:xfrm>
            <a:custGeom>
              <a:avLst/>
              <a:gdLst>
                <a:gd name="T0" fmla="*/ 0 w 533"/>
                <a:gd name="T1" fmla="*/ 224 h 1279"/>
                <a:gd name="T2" fmla="*/ 0 w 533"/>
                <a:gd name="T3" fmla="*/ 1279 h 1279"/>
                <a:gd name="T4" fmla="*/ 533 w 533"/>
                <a:gd name="T5" fmla="*/ 1279 h 1279"/>
                <a:gd name="T6" fmla="*/ 533 w 533"/>
                <a:gd name="T7" fmla="*/ 224 h 1279"/>
                <a:gd name="T8" fmla="*/ 451 w 533"/>
                <a:gd name="T9" fmla="*/ 224 h 1279"/>
                <a:gd name="T10" fmla="*/ 451 w 533"/>
                <a:gd name="T11" fmla="*/ 116 h 1279"/>
                <a:gd name="T12" fmla="*/ 82 w 533"/>
                <a:gd name="T13" fmla="*/ 0 h 1279"/>
                <a:gd name="T14" fmla="*/ 82 w 533"/>
                <a:gd name="T15" fmla="*/ 224 h 1279"/>
                <a:gd name="T16" fmla="*/ 0 w 533"/>
                <a:gd name="T17" fmla="*/ 224 h 1279"/>
                <a:gd name="T18" fmla="*/ 324 w 533"/>
                <a:gd name="T19" fmla="*/ 792 h 1279"/>
                <a:gd name="T20" fmla="*/ 432 w 533"/>
                <a:gd name="T21" fmla="*/ 792 h 1279"/>
                <a:gd name="T22" fmla="*/ 432 w 533"/>
                <a:gd name="T23" fmla="*/ 900 h 1279"/>
                <a:gd name="T24" fmla="*/ 324 w 533"/>
                <a:gd name="T25" fmla="*/ 900 h 1279"/>
                <a:gd name="T26" fmla="*/ 324 w 533"/>
                <a:gd name="T27" fmla="*/ 792 h 1279"/>
                <a:gd name="T28" fmla="*/ 324 w 533"/>
                <a:gd name="T29" fmla="*/ 574 h 1279"/>
                <a:gd name="T30" fmla="*/ 432 w 533"/>
                <a:gd name="T31" fmla="*/ 574 h 1279"/>
                <a:gd name="T32" fmla="*/ 432 w 533"/>
                <a:gd name="T33" fmla="*/ 682 h 1279"/>
                <a:gd name="T34" fmla="*/ 324 w 533"/>
                <a:gd name="T35" fmla="*/ 682 h 1279"/>
                <a:gd name="T36" fmla="*/ 324 w 533"/>
                <a:gd name="T37" fmla="*/ 574 h 1279"/>
                <a:gd name="T38" fmla="*/ 324 w 533"/>
                <a:gd name="T39" fmla="*/ 355 h 1279"/>
                <a:gd name="T40" fmla="*/ 432 w 533"/>
                <a:gd name="T41" fmla="*/ 355 h 1279"/>
                <a:gd name="T42" fmla="*/ 432 w 533"/>
                <a:gd name="T43" fmla="*/ 463 h 1279"/>
                <a:gd name="T44" fmla="*/ 324 w 533"/>
                <a:gd name="T45" fmla="*/ 463 h 1279"/>
                <a:gd name="T46" fmla="*/ 324 w 533"/>
                <a:gd name="T47" fmla="*/ 355 h 1279"/>
                <a:gd name="T48" fmla="*/ 101 w 533"/>
                <a:gd name="T49" fmla="*/ 792 h 1279"/>
                <a:gd name="T50" fmla="*/ 209 w 533"/>
                <a:gd name="T51" fmla="*/ 792 h 1279"/>
                <a:gd name="T52" fmla="*/ 209 w 533"/>
                <a:gd name="T53" fmla="*/ 900 h 1279"/>
                <a:gd name="T54" fmla="*/ 101 w 533"/>
                <a:gd name="T55" fmla="*/ 900 h 1279"/>
                <a:gd name="T56" fmla="*/ 101 w 533"/>
                <a:gd name="T57" fmla="*/ 792 h 1279"/>
                <a:gd name="T58" fmla="*/ 101 w 533"/>
                <a:gd name="T59" fmla="*/ 574 h 1279"/>
                <a:gd name="T60" fmla="*/ 209 w 533"/>
                <a:gd name="T61" fmla="*/ 574 h 1279"/>
                <a:gd name="T62" fmla="*/ 209 w 533"/>
                <a:gd name="T63" fmla="*/ 682 h 1279"/>
                <a:gd name="T64" fmla="*/ 101 w 533"/>
                <a:gd name="T65" fmla="*/ 682 h 1279"/>
                <a:gd name="T66" fmla="*/ 101 w 533"/>
                <a:gd name="T67" fmla="*/ 574 h 1279"/>
                <a:gd name="T68" fmla="*/ 101 w 533"/>
                <a:gd name="T69" fmla="*/ 355 h 1279"/>
                <a:gd name="T70" fmla="*/ 209 w 533"/>
                <a:gd name="T71" fmla="*/ 355 h 1279"/>
                <a:gd name="T72" fmla="*/ 209 w 533"/>
                <a:gd name="T73" fmla="*/ 463 h 1279"/>
                <a:gd name="T74" fmla="*/ 101 w 533"/>
                <a:gd name="T75" fmla="*/ 463 h 1279"/>
                <a:gd name="T76" fmla="*/ 101 w 533"/>
                <a:gd name="T77" fmla="*/ 355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3" h="1279">
                  <a:moveTo>
                    <a:pt x="0" y="224"/>
                  </a:moveTo>
                  <a:lnTo>
                    <a:pt x="0" y="1279"/>
                  </a:lnTo>
                  <a:lnTo>
                    <a:pt x="533" y="1279"/>
                  </a:lnTo>
                  <a:lnTo>
                    <a:pt x="533" y="224"/>
                  </a:lnTo>
                  <a:lnTo>
                    <a:pt x="451" y="224"/>
                  </a:lnTo>
                  <a:lnTo>
                    <a:pt x="451" y="116"/>
                  </a:lnTo>
                  <a:lnTo>
                    <a:pt x="82" y="0"/>
                  </a:lnTo>
                  <a:lnTo>
                    <a:pt x="82" y="224"/>
                  </a:lnTo>
                  <a:lnTo>
                    <a:pt x="0" y="224"/>
                  </a:lnTo>
                  <a:close/>
                  <a:moveTo>
                    <a:pt x="324" y="792"/>
                  </a:moveTo>
                  <a:lnTo>
                    <a:pt x="432" y="792"/>
                  </a:lnTo>
                  <a:lnTo>
                    <a:pt x="432" y="900"/>
                  </a:lnTo>
                  <a:lnTo>
                    <a:pt x="324" y="900"/>
                  </a:lnTo>
                  <a:lnTo>
                    <a:pt x="324" y="792"/>
                  </a:lnTo>
                  <a:close/>
                  <a:moveTo>
                    <a:pt x="324" y="574"/>
                  </a:moveTo>
                  <a:lnTo>
                    <a:pt x="432" y="574"/>
                  </a:lnTo>
                  <a:lnTo>
                    <a:pt x="432" y="682"/>
                  </a:lnTo>
                  <a:lnTo>
                    <a:pt x="324" y="682"/>
                  </a:lnTo>
                  <a:lnTo>
                    <a:pt x="324" y="574"/>
                  </a:lnTo>
                  <a:close/>
                  <a:moveTo>
                    <a:pt x="324" y="355"/>
                  </a:moveTo>
                  <a:lnTo>
                    <a:pt x="432" y="355"/>
                  </a:lnTo>
                  <a:lnTo>
                    <a:pt x="432" y="463"/>
                  </a:lnTo>
                  <a:lnTo>
                    <a:pt x="324" y="463"/>
                  </a:lnTo>
                  <a:lnTo>
                    <a:pt x="324" y="355"/>
                  </a:lnTo>
                  <a:close/>
                  <a:moveTo>
                    <a:pt x="101" y="792"/>
                  </a:moveTo>
                  <a:lnTo>
                    <a:pt x="209" y="792"/>
                  </a:lnTo>
                  <a:lnTo>
                    <a:pt x="209" y="900"/>
                  </a:lnTo>
                  <a:lnTo>
                    <a:pt x="101" y="900"/>
                  </a:lnTo>
                  <a:lnTo>
                    <a:pt x="101" y="792"/>
                  </a:lnTo>
                  <a:close/>
                  <a:moveTo>
                    <a:pt x="101" y="574"/>
                  </a:moveTo>
                  <a:lnTo>
                    <a:pt x="209" y="574"/>
                  </a:lnTo>
                  <a:lnTo>
                    <a:pt x="209" y="682"/>
                  </a:lnTo>
                  <a:lnTo>
                    <a:pt x="101" y="682"/>
                  </a:lnTo>
                  <a:lnTo>
                    <a:pt x="101" y="574"/>
                  </a:lnTo>
                  <a:close/>
                  <a:moveTo>
                    <a:pt x="101" y="355"/>
                  </a:moveTo>
                  <a:lnTo>
                    <a:pt x="209" y="355"/>
                  </a:lnTo>
                  <a:lnTo>
                    <a:pt x="209" y="463"/>
                  </a:lnTo>
                  <a:lnTo>
                    <a:pt x="101" y="463"/>
                  </a:lnTo>
                  <a:lnTo>
                    <a:pt x="101" y="3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</p:grpSp>
      <p:grpSp>
        <p:nvGrpSpPr>
          <p:cNvPr id="47" name="isḷidé"/>
          <p:cNvGrpSpPr/>
          <p:nvPr userDrawn="1"/>
        </p:nvGrpSpPr>
        <p:grpSpPr>
          <a:xfrm flipH="1">
            <a:off x="8587607" y="4206928"/>
            <a:ext cx="2807116" cy="1687220"/>
            <a:chOff x="107951" y="2128838"/>
            <a:chExt cx="6645275" cy="399415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48" name="íŝḻïḓè"/>
            <p:cNvSpPr/>
            <p:nvPr/>
          </p:nvSpPr>
          <p:spPr bwMode="auto">
            <a:xfrm>
              <a:off x="1074738" y="3060700"/>
              <a:ext cx="844550" cy="3062288"/>
            </a:xfrm>
            <a:custGeom>
              <a:avLst/>
              <a:gdLst>
                <a:gd name="T0" fmla="*/ 0 w 532"/>
                <a:gd name="T1" fmla="*/ 355 h 1929"/>
                <a:gd name="T2" fmla="*/ 0 w 532"/>
                <a:gd name="T3" fmla="*/ 1929 h 1929"/>
                <a:gd name="T4" fmla="*/ 532 w 532"/>
                <a:gd name="T5" fmla="*/ 1929 h 1929"/>
                <a:gd name="T6" fmla="*/ 532 w 532"/>
                <a:gd name="T7" fmla="*/ 0 h 1929"/>
                <a:gd name="T8" fmla="*/ 0 w 532"/>
                <a:gd name="T9" fmla="*/ 355 h 1929"/>
                <a:gd name="T10" fmla="*/ 69 w 532"/>
                <a:gd name="T11" fmla="*/ 1502 h 1929"/>
                <a:gd name="T12" fmla="*/ 462 w 532"/>
                <a:gd name="T13" fmla="*/ 1502 h 1929"/>
                <a:gd name="T14" fmla="*/ 462 w 532"/>
                <a:gd name="T15" fmla="*/ 1543 h 1929"/>
                <a:gd name="T16" fmla="*/ 69 w 532"/>
                <a:gd name="T17" fmla="*/ 1543 h 1929"/>
                <a:gd name="T18" fmla="*/ 69 w 532"/>
                <a:gd name="T19" fmla="*/ 1502 h 1929"/>
                <a:gd name="T20" fmla="*/ 69 w 532"/>
                <a:gd name="T21" fmla="*/ 1387 h 1929"/>
                <a:gd name="T22" fmla="*/ 462 w 532"/>
                <a:gd name="T23" fmla="*/ 1387 h 1929"/>
                <a:gd name="T24" fmla="*/ 462 w 532"/>
                <a:gd name="T25" fmla="*/ 1428 h 1929"/>
                <a:gd name="T26" fmla="*/ 69 w 532"/>
                <a:gd name="T27" fmla="*/ 1428 h 1929"/>
                <a:gd name="T28" fmla="*/ 69 w 532"/>
                <a:gd name="T29" fmla="*/ 1387 h 1929"/>
                <a:gd name="T30" fmla="*/ 69 w 532"/>
                <a:gd name="T31" fmla="*/ 1272 h 1929"/>
                <a:gd name="T32" fmla="*/ 462 w 532"/>
                <a:gd name="T33" fmla="*/ 1272 h 1929"/>
                <a:gd name="T34" fmla="*/ 462 w 532"/>
                <a:gd name="T35" fmla="*/ 1315 h 1929"/>
                <a:gd name="T36" fmla="*/ 69 w 532"/>
                <a:gd name="T37" fmla="*/ 1315 h 1929"/>
                <a:gd name="T38" fmla="*/ 69 w 532"/>
                <a:gd name="T39" fmla="*/ 1272 h 1929"/>
                <a:gd name="T40" fmla="*/ 69 w 532"/>
                <a:gd name="T41" fmla="*/ 1157 h 1929"/>
                <a:gd name="T42" fmla="*/ 462 w 532"/>
                <a:gd name="T43" fmla="*/ 1157 h 1929"/>
                <a:gd name="T44" fmla="*/ 462 w 532"/>
                <a:gd name="T45" fmla="*/ 1200 h 1929"/>
                <a:gd name="T46" fmla="*/ 69 w 532"/>
                <a:gd name="T47" fmla="*/ 1200 h 1929"/>
                <a:gd name="T48" fmla="*/ 69 w 532"/>
                <a:gd name="T49" fmla="*/ 1157 h 1929"/>
                <a:gd name="T50" fmla="*/ 69 w 532"/>
                <a:gd name="T51" fmla="*/ 1044 h 1929"/>
                <a:gd name="T52" fmla="*/ 462 w 532"/>
                <a:gd name="T53" fmla="*/ 1044 h 1929"/>
                <a:gd name="T54" fmla="*/ 462 w 532"/>
                <a:gd name="T55" fmla="*/ 1085 h 1929"/>
                <a:gd name="T56" fmla="*/ 69 w 532"/>
                <a:gd name="T57" fmla="*/ 1085 h 1929"/>
                <a:gd name="T58" fmla="*/ 69 w 532"/>
                <a:gd name="T59" fmla="*/ 1044 h 1929"/>
                <a:gd name="T60" fmla="*/ 69 w 532"/>
                <a:gd name="T61" fmla="*/ 929 h 1929"/>
                <a:gd name="T62" fmla="*/ 462 w 532"/>
                <a:gd name="T63" fmla="*/ 929 h 1929"/>
                <a:gd name="T64" fmla="*/ 462 w 532"/>
                <a:gd name="T65" fmla="*/ 969 h 1929"/>
                <a:gd name="T66" fmla="*/ 69 w 532"/>
                <a:gd name="T67" fmla="*/ 969 h 1929"/>
                <a:gd name="T68" fmla="*/ 69 w 532"/>
                <a:gd name="T69" fmla="*/ 929 h 1929"/>
                <a:gd name="T70" fmla="*/ 69 w 532"/>
                <a:gd name="T71" fmla="*/ 814 h 1929"/>
                <a:gd name="T72" fmla="*/ 462 w 532"/>
                <a:gd name="T73" fmla="*/ 814 h 1929"/>
                <a:gd name="T74" fmla="*/ 462 w 532"/>
                <a:gd name="T75" fmla="*/ 854 h 1929"/>
                <a:gd name="T76" fmla="*/ 69 w 532"/>
                <a:gd name="T77" fmla="*/ 854 h 1929"/>
                <a:gd name="T78" fmla="*/ 69 w 532"/>
                <a:gd name="T79" fmla="*/ 814 h 1929"/>
                <a:gd name="T80" fmla="*/ 69 w 532"/>
                <a:gd name="T81" fmla="*/ 698 h 1929"/>
                <a:gd name="T82" fmla="*/ 462 w 532"/>
                <a:gd name="T83" fmla="*/ 698 h 1929"/>
                <a:gd name="T84" fmla="*/ 462 w 532"/>
                <a:gd name="T85" fmla="*/ 739 h 1929"/>
                <a:gd name="T86" fmla="*/ 69 w 532"/>
                <a:gd name="T87" fmla="*/ 739 h 1929"/>
                <a:gd name="T88" fmla="*/ 69 w 532"/>
                <a:gd name="T89" fmla="*/ 698 h 1929"/>
                <a:gd name="T90" fmla="*/ 69 w 532"/>
                <a:gd name="T91" fmla="*/ 583 h 1929"/>
                <a:gd name="T92" fmla="*/ 462 w 532"/>
                <a:gd name="T93" fmla="*/ 583 h 1929"/>
                <a:gd name="T94" fmla="*/ 462 w 532"/>
                <a:gd name="T95" fmla="*/ 626 h 1929"/>
                <a:gd name="T96" fmla="*/ 69 w 532"/>
                <a:gd name="T97" fmla="*/ 626 h 1929"/>
                <a:gd name="T98" fmla="*/ 69 w 532"/>
                <a:gd name="T99" fmla="*/ 583 h 1929"/>
                <a:gd name="T100" fmla="*/ 69 w 532"/>
                <a:gd name="T101" fmla="*/ 468 h 1929"/>
                <a:gd name="T102" fmla="*/ 462 w 532"/>
                <a:gd name="T103" fmla="*/ 468 h 1929"/>
                <a:gd name="T104" fmla="*/ 462 w 532"/>
                <a:gd name="T105" fmla="*/ 511 h 1929"/>
                <a:gd name="T106" fmla="*/ 69 w 532"/>
                <a:gd name="T107" fmla="*/ 511 h 1929"/>
                <a:gd name="T108" fmla="*/ 69 w 532"/>
                <a:gd name="T109" fmla="*/ 468 h 1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32" h="1929">
                  <a:moveTo>
                    <a:pt x="0" y="355"/>
                  </a:moveTo>
                  <a:lnTo>
                    <a:pt x="0" y="1929"/>
                  </a:lnTo>
                  <a:lnTo>
                    <a:pt x="532" y="1929"/>
                  </a:lnTo>
                  <a:lnTo>
                    <a:pt x="532" y="0"/>
                  </a:lnTo>
                  <a:lnTo>
                    <a:pt x="0" y="355"/>
                  </a:lnTo>
                  <a:close/>
                  <a:moveTo>
                    <a:pt x="69" y="1502"/>
                  </a:moveTo>
                  <a:lnTo>
                    <a:pt x="462" y="1502"/>
                  </a:lnTo>
                  <a:lnTo>
                    <a:pt x="462" y="1543"/>
                  </a:lnTo>
                  <a:lnTo>
                    <a:pt x="69" y="1543"/>
                  </a:lnTo>
                  <a:lnTo>
                    <a:pt x="69" y="1502"/>
                  </a:lnTo>
                  <a:close/>
                  <a:moveTo>
                    <a:pt x="69" y="1387"/>
                  </a:moveTo>
                  <a:lnTo>
                    <a:pt x="462" y="1387"/>
                  </a:lnTo>
                  <a:lnTo>
                    <a:pt x="462" y="1428"/>
                  </a:lnTo>
                  <a:lnTo>
                    <a:pt x="69" y="1428"/>
                  </a:lnTo>
                  <a:lnTo>
                    <a:pt x="69" y="1387"/>
                  </a:lnTo>
                  <a:close/>
                  <a:moveTo>
                    <a:pt x="69" y="1272"/>
                  </a:moveTo>
                  <a:lnTo>
                    <a:pt x="462" y="1272"/>
                  </a:lnTo>
                  <a:lnTo>
                    <a:pt x="462" y="1315"/>
                  </a:lnTo>
                  <a:lnTo>
                    <a:pt x="69" y="1315"/>
                  </a:lnTo>
                  <a:lnTo>
                    <a:pt x="69" y="1272"/>
                  </a:lnTo>
                  <a:close/>
                  <a:moveTo>
                    <a:pt x="69" y="1157"/>
                  </a:moveTo>
                  <a:lnTo>
                    <a:pt x="462" y="1157"/>
                  </a:lnTo>
                  <a:lnTo>
                    <a:pt x="462" y="1200"/>
                  </a:lnTo>
                  <a:lnTo>
                    <a:pt x="69" y="1200"/>
                  </a:lnTo>
                  <a:lnTo>
                    <a:pt x="69" y="1157"/>
                  </a:lnTo>
                  <a:close/>
                  <a:moveTo>
                    <a:pt x="69" y="1044"/>
                  </a:moveTo>
                  <a:lnTo>
                    <a:pt x="462" y="1044"/>
                  </a:lnTo>
                  <a:lnTo>
                    <a:pt x="462" y="1085"/>
                  </a:lnTo>
                  <a:lnTo>
                    <a:pt x="69" y="1085"/>
                  </a:lnTo>
                  <a:lnTo>
                    <a:pt x="69" y="1044"/>
                  </a:lnTo>
                  <a:close/>
                  <a:moveTo>
                    <a:pt x="69" y="929"/>
                  </a:moveTo>
                  <a:lnTo>
                    <a:pt x="462" y="929"/>
                  </a:lnTo>
                  <a:lnTo>
                    <a:pt x="462" y="969"/>
                  </a:lnTo>
                  <a:lnTo>
                    <a:pt x="69" y="969"/>
                  </a:lnTo>
                  <a:lnTo>
                    <a:pt x="69" y="929"/>
                  </a:lnTo>
                  <a:close/>
                  <a:moveTo>
                    <a:pt x="69" y="814"/>
                  </a:moveTo>
                  <a:lnTo>
                    <a:pt x="462" y="814"/>
                  </a:lnTo>
                  <a:lnTo>
                    <a:pt x="462" y="854"/>
                  </a:lnTo>
                  <a:lnTo>
                    <a:pt x="69" y="854"/>
                  </a:lnTo>
                  <a:lnTo>
                    <a:pt x="69" y="814"/>
                  </a:lnTo>
                  <a:close/>
                  <a:moveTo>
                    <a:pt x="69" y="698"/>
                  </a:moveTo>
                  <a:lnTo>
                    <a:pt x="462" y="698"/>
                  </a:lnTo>
                  <a:lnTo>
                    <a:pt x="462" y="739"/>
                  </a:lnTo>
                  <a:lnTo>
                    <a:pt x="69" y="739"/>
                  </a:lnTo>
                  <a:lnTo>
                    <a:pt x="69" y="698"/>
                  </a:lnTo>
                  <a:close/>
                  <a:moveTo>
                    <a:pt x="69" y="583"/>
                  </a:moveTo>
                  <a:lnTo>
                    <a:pt x="462" y="583"/>
                  </a:lnTo>
                  <a:lnTo>
                    <a:pt x="462" y="626"/>
                  </a:lnTo>
                  <a:lnTo>
                    <a:pt x="69" y="626"/>
                  </a:lnTo>
                  <a:lnTo>
                    <a:pt x="69" y="583"/>
                  </a:lnTo>
                  <a:close/>
                  <a:moveTo>
                    <a:pt x="69" y="468"/>
                  </a:moveTo>
                  <a:lnTo>
                    <a:pt x="462" y="468"/>
                  </a:lnTo>
                  <a:lnTo>
                    <a:pt x="462" y="511"/>
                  </a:lnTo>
                  <a:lnTo>
                    <a:pt x="69" y="511"/>
                  </a:lnTo>
                  <a:lnTo>
                    <a:pt x="69" y="4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49" name="iŝļïďe"/>
            <p:cNvSpPr/>
            <p:nvPr/>
          </p:nvSpPr>
          <p:spPr bwMode="auto">
            <a:xfrm>
              <a:off x="107951" y="3571875"/>
              <a:ext cx="844550" cy="2551113"/>
            </a:xfrm>
            <a:custGeom>
              <a:avLst/>
              <a:gdLst>
                <a:gd name="T0" fmla="*/ 0 w 532"/>
                <a:gd name="T1" fmla="*/ 314 h 1607"/>
                <a:gd name="T2" fmla="*/ 0 w 532"/>
                <a:gd name="T3" fmla="*/ 1607 h 1607"/>
                <a:gd name="T4" fmla="*/ 532 w 532"/>
                <a:gd name="T5" fmla="*/ 1607 h 1607"/>
                <a:gd name="T6" fmla="*/ 532 w 532"/>
                <a:gd name="T7" fmla="*/ 314 h 1607"/>
                <a:gd name="T8" fmla="*/ 347 w 532"/>
                <a:gd name="T9" fmla="*/ 314 h 1607"/>
                <a:gd name="T10" fmla="*/ 347 w 532"/>
                <a:gd name="T11" fmla="*/ 192 h 1607"/>
                <a:gd name="T12" fmla="*/ 242 w 532"/>
                <a:gd name="T13" fmla="*/ 192 h 1607"/>
                <a:gd name="T14" fmla="*/ 242 w 532"/>
                <a:gd name="T15" fmla="*/ 314 h 1607"/>
                <a:gd name="T16" fmla="*/ 163 w 532"/>
                <a:gd name="T17" fmla="*/ 314 h 1607"/>
                <a:gd name="T18" fmla="*/ 163 w 532"/>
                <a:gd name="T19" fmla="*/ 0 h 1607"/>
                <a:gd name="T20" fmla="*/ 55 w 532"/>
                <a:gd name="T21" fmla="*/ 0 h 1607"/>
                <a:gd name="T22" fmla="*/ 55 w 532"/>
                <a:gd name="T23" fmla="*/ 314 h 1607"/>
                <a:gd name="T24" fmla="*/ 0 w 532"/>
                <a:gd name="T25" fmla="*/ 314 h 1607"/>
                <a:gd name="T26" fmla="*/ 335 w 532"/>
                <a:gd name="T27" fmla="*/ 1226 h 1607"/>
                <a:gd name="T28" fmla="*/ 438 w 532"/>
                <a:gd name="T29" fmla="*/ 1226 h 1607"/>
                <a:gd name="T30" fmla="*/ 438 w 532"/>
                <a:gd name="T31" fmla="*/ 1329 h 1607"/>
                <a:gd name="T32" fmla="*/ 335 w 532"/>
                <a:gd name="T33" fmla="*/ 1329 h 1607"/>
                <a:gd name="T34" fmla="*/ 335 w 532"/>
                <a:gd name="T35" fmla="*/ 1226 h 1607"/>
                <a:gd name="T36" fmla="*/ 335 w 532"/>
                <a:gd name="T37" fmla="*/ 1034 h 1607"/>
                <a:gd name="T38" fmla="*/ 438 w 532"/>
                <a:gd name="T39" fmla="*/ 1034 h 1607"/>
                <a:gd name="T40" fmla="*/ 438 w 532"/>
                <a:gd name="T41" fmla="*/ 1137 h 1607"/>
                <a:gd name="T42" fmla="*/ 335 w 532"/>
                <a:gd name="T43" fmla="*/ 1137 h 1607"/>
                <a:gd name="T44" fmla="*/ 335 w 532"/>
                <a:gd name="T45" fmla="*/ 1034 h 1607"/>
                <a:gd name="T46" fmla="*/ 335 w 532"/>
                <a:gd name="T47" fmla="*/ 842 h 1607"/>
                <a:gd name="T48" fmla="*/ 438 w 532"/>
                <a:gd name="T49" fmla="*/ 842 h 1607"/>
                <a:gd name="T50" fmla="*/ 438 w 532"/>
                <a:gd name="T51" fmla="*/ 947 h 1607"/>
                <a:gd name="T52" fmla="*/ 335 w 532"/>
                <a:gd name="T53" fmla="*/ 947 h 1607"/>
                <a:gd name="T54" fmla="*/ 335 w 532"/>
                <a:gd name="T55" fmla="*/ 842 h 1607"/>
                <a:gd name="T56" fmla="*/ 335 w 532"/>
                <a:gd name="T57" fmla="*/ 652 h 1607"/>
                <a:gd name="T58" fmla="*/ 438 w 532"/>
                <a:gd name="T59" fmla="*/ 652 h 1607"/>
                <a:gd name="T60" fmla="*/ 438 w 532"/>
                <a:gd name="T61" fmla="*/ 755 h 1607"/>
                <a:gd name="T62" fmla="*/ 335 w 532"/>
                <a:gd name="T63" fmla="*/ 755 h 1607"/>
                <a:gd name="T64" fmla="*/ 335 w 532"/>
                <a:gd name="T65" fmla="*/ 652 h 1607"/>
                <a:gd name="T66" fmla="*/ 335 w 532"/>
                <a:gd name="T67" fmla="*/ 460 h 1607"/>
                <a:gd name="T68" fmla="*/ 438 w 532"/>
                <a:gd name="T69" fmla="*/ 460 h 1607"/>
                <a:gd name="T70" fmla="*/ 438 w 532"/>
                <a:gd name="T71" fmla="*/ 566 h 1607"/>
                <a:gd name="T72" fmla="*/ 335 w 532"/>
                <a:gd name="T73" fmla="*/ 566 h 1607"/>
                <a:gd name="T74" fmla="*/ 335 w 532"/>
                <a:gd name="T75" fmla="*/ 460 h 1607"/>
                <a:gd name="T76" fmla="*/ 93 w 532"/>
                <a:gd name="T77" fmla="*/ 1226 h 1607"/>
                <a:gd name="T78" fmla="*/ 196 w 532"/>
                <a:gd name="T79" fmla="*/ 1226 h 1607"/>
                <a:gd name="T80" fmla="*/ 196 w 532"/>
                <a:gd name="T81" fmla="*/ 1329 h 1607"/>
                <a:gd name="T82" fmla="*/ 93 w 532"/>
                <a:gd name="T83" fmla="*/ 1329 h 1607"/>
                <a:gd name="T84" fmla="*/ 93 w 532"/>
                <a:gd name="T85" fmla="*/ 1226 h 1607"/>
                <a:gd name="T86" fmla="*/ 93 w 532"/>
                <a:gd name="T87" fmla="*/ 1034 h 1607"/>
                <a:gd name="T88" fmla="*/ 196 w 532"/>
                <a:gd name="T89" fmla="*/ 1034 h 1607"/>
                <a:gd name="T90" fmla="*/ 196 w 532"/>
                <a:gd name="T91" fmla="*/ 1137 h 1607"/>
                <a:gd name="T92" fmla="*/ 93 w 532"/>
                <a:gd name="T93" fmla="*/ 1137 h 1607"/>
                <a:gd name="T94" fmla="*/ 93 w 532"/>
                <a:gd name="T95" fmla="*/ 1034 h 1607"/>
                <a:gd name="T96" fmla="*/ 93 w 532"/>
                <a:gd name="T97" fmla="*/ 842 h 1607"/>
                <a:gd name="T98" fmla="*/ 196 w 532"/>
                <a:gd name="T99" fmla="*/ 842 h 1607"/>
                <a:gd name="T100" fmla="*/ 196 w 532"/>
                <a:gd name="T101" fmla="*/ 947 h 1607"/>
                <a:gd name="T102" fmla="*/ 93 w 532"/>
                <a:gd name="T103" fmla="*/ 947 h 1607"/>
                <a:gd name="T104" fmla="*/ 93 w 532"/>
                <a:gd name="T105" fmla="*/ 842 h 1607"/>
                <a:gd name="T106" fmla="*/ 93 w 532"/>
                <a:gd name="T107" fmla="*/ 652 h 1607"/>
                <a:gd name="T108" fmla="*/ 196 w 532"/>
                <a:gd name="T109" fmla="*/ 652 h 1607"/>
                <a:gd name="T110" fmla="*/ 196 w 532"/>
                <a:gd name="T111" fmla="*/ 755 h 1607"/>
                <a:gd name="T112" fmla="*/ 93 w 532"/>
                <a:gd name="T113" fmla="*/ 755 h 1607"/>
                <a:gd name="T114" fmla="*/ 93 w 532"/>
                <a:gd name="T115" fmla="*/ 652 h 1607"/>
                <a:gd name="T116" fmla="*/ 93 w 532"/>
                <a:gd name="T117" fmla="*/ 460 h 1607"/>
                <a:gd name="T118" fmla="*/ 196 w 532"/>
                <a:gd name="T119" fmla="*/ 460 h 1607"/>
                <a:gd name="T120" fmla="*/ 196 w 532"/>
                <a:gd name="T121" fmla="*/ 566 h 1607"/>
                <a:gd name="T122" fmla="*/ 93 w 532"/>
                <a:gd name="T123" fmla="*/ 566 h 1607"/>
                <a:gd name="T124" fmla="*/ 93 w 532"/>
                <a:gd name="T125" fmla="*/ 460 h 1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32" h="1607">
                  <a:moveTo>
                    <a:pt x="0" y="314"/>
                  </a:moveTo>
                  <a:lnTo>
                    <a:pt x="0" y="1607"/>
                  </a:lnTo>
                  <a:lnTo>
                    <a:pt x="532" y="1607"/>
                  </a:lnTo>
                  <a:lnTo>
                    <a:pt x="532" y="314"/>
                  </a:lnTo>
                  <a:lnTo>
                    <a:pt x="347" y="314"/>
                  </a:lnTo>
                  <a:lnTo>
                    <a:pt x="347" y="192"/>
                  </a:lnTo>
                  <a:lnTo>
                    <a:pt x="242" y="192"/>
                  </a:lnTo>
                  <a:lnTo>
                    <a:pt x="242" y="314"/>
                  </a:lnTo>
                  <a:lnTo>
                    <a:pt x="163" y="314"/>
                  </a:lnTo>
                  <a:lnTo>
                    <a:pt x="163" y="0"/>
                  </a:lnTo>
                  <a:lnTo>
                    <a:pt x="55" y="0"/>
                  </a:lnTo>
                  <a:lnTo>
                    <a:pt x="55" y="314"/>
                  </a:lnTo>
                  <a:lnTo>
                    <a:pt x="0" y="314"/>
                  </a:lnTo>
                  <a:close/>
                  <a:moveTo>
                    <a:pt x="335" y="1226"/>
                  </a:moveTo>
                  <a:lnTo>
                    <a:pt x="438" y="1226"/>
                  </a:lnTo>
                  <a:lnTo>
                    <a:pt x="438" y="1329"/>
                  </a:lnTo>
                  <a:lnTo>
                    <a:pt x="335" y="1329"/>
                  </a:lnTo>
                  <a:lnTo>
                    <a:pt x="335" y="1226"/>
                  </a:lnTo>
                  <a:close/>
                  <a:moveTo>
                    <a:pt x="335" y="1034"/>
                  </a:moveTo>
                  <a:lnTo>
                    <a:pt x="438" y="1034"/>
                  </a:lnTo>
                  <a:lnTo>
                    <a:pt x="438" y="1137"/>
                  </a:lnTo>
                  <a:lnTo>
                    <a:pt x="335" y="1137"/>
                  </a:lnTo>
                  <a:lnTo>
                    <a:pt x="335" y="1034"/>
                  </a:lnTo>
                  <a:close/>
                  <a:moveTo>
                    <a:pt x="335" y="842"/>
                  </a:moveTo>
                  <a:lnTo>
                    <a:pt x="438" y="842"/>
                  </a:lnTo>
                  <a:lnTo>
                    <a:pt x="438" y="947"/>
                  </a:lnTo>
                  <a:lnTo>
                    <a:pt x="335" y="947"/>
                  </a:lnTo>
                  <a:lnTo>
                    <a:pt x="335" y="842"/>
                  </a:lnTo>
                  <a:close/>
                  <a:moveTo>
                    <a:pt x="335" y="652"/>
                  </a:moveTo>
                  <a:lnTo>
                    <a:pt x="438" y="652"/>
                  </a:lnTo>
                  <a:lnTo>
                    <a:pt x="438" y="755"/>
                  </a:lnTo>
                  <a:lnTo>
                    <a:pt x="335" y="755"/>
                  </a:lnTo>
                  <a:lnTo>
                    <a:pt x="335" y="652"/>
                  </a:lnTo>
                  <a:close/>
                  <a:moveTo>
                    <a:pt x="335" y="460"/>
                  </a:moveTo>
                  <a:lnTo>
                    <a:pt x="438" y="460"/>
                  </a:lnTo>
                  <a:lnTo>
                    <a:pt x="438" y="566"/>
                  </a:lnTo>
                  <a:lnTo>
                    <a:pt x="335" y="566"/>
                  </a:lnTo>
                  <a:lnTo>
                    <a:pt x="335" y="460"/>
                  </a:lnTo>
                  <a:close/>
                  <a:moveTo>
                    <a:pt x="93" y="1226"/>
                  </a:moveTo>
                  <a:lnTo>
                    <a:pt x="196" y="1226"/>
                  </a:lnTo>
                  <a:lnTo>
                    <a:pt x="196" y="1329"/>
                  </a:lnTo>
                  <a:lnTo>
                    <a:pt x="93" y="1329"/>
                  </a:lnTo>
                  <a:lnTo>
                    <a:pt x="93" y="1226"/>
                  </a:lnTo>
                  <a:close/>
                  <a:moveTo>
                    <a:pt x="93" y="1034"/>
                  </a:moveTo>
                  <a:lnTo>
                    <a:pt x="196" y="1034"/>
                  </a:lnTo>
                  <a:lnTo>
                    <a:pt x="196" y="1137"/>
                  </a:lnTo>
                  <a:lnTo>
                    <a:pt x="93" y="1137"/>
                  </a:lnTo>
                  <a:lnTo>
                    <a:pt x="93" y="1034"/>
                  </a:lnTo>
                  <a:close/>
                  <a:moveTo>
                    <a:pt x="93" y="842"/>
                  </a:moveTo>
                  <a:lnTo>
                    <a:pt x="196" y="842"/>
                  </a:lnTo>
                  <a:lnTo>
                    <a:pt x="196" y="947"/>
                  </a:lnTo>
                  <a:lnTo>
                    <a:pt x="93" y="947"/>
                  </a:lnTo>
                  <a:lnTo>
                    <a:pt x="93" y="842"/>
                  </a:lnTo>
                  <a:close/>
                  <a:moveTo>
                    <a:pt x="93" y="652"/>
                  </a:moveTo>
                  <a:lnTo>
                    <a:pt x="196" y="652"/>
                  </a:lnTo>
                  <a:lnTo>
                    <a:pt x="196" y="755"/>
                  </a:lnTo>
                  <a:lnTo>
                    <a:pt x="93" y="755"/>
                  </a:lnTo>
                  <a:lnTo>
                    <a:pt x="93" y="652"/>
                  </a:lnTo>
                  <a:close/>
                  <a:moveTo>
                    <a:pt x="93" y="460"/>
                  </a:moveTo>
                  <a:lnTo>
                    <a:pt x="196" y="460"/>
                  </a:lnTo>
                  <a:lnTo>
                    <a:pt x="196" y="566"/>
                  </a:lnTo>
                  <a:lnTo>
                    <a:pt x="93" y="566"/>
                  </a:lnTo>
                  <a:lnTo>
                    <a:pt x="93" y="4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0" name="işḻîdê"/>
            <p:cNvSpPr/>
            <p:nvPr/>
          </p:nvSpPr>
          <p:spPr bwMode="auto">
            <a:xfrm>
              <a:off x="3008313" y="2128838"/>
              <a:ext cx="844550" cy="3994150"/>
            </a:xfrm>
            <a:custGeom>
              <a:avLst/>
              <a:gdLst>
                <a:gd name="T0" fmla="*/ 0 w 532"/>
                <a:gd name="T1" fmla="*/ 463 h 2516"/>
                <a:gd name="T2" fmla="*/ 0 w 532"/>
                <a:gd name="T3" fmla="*/ 2516 h 2516"/>
                <a:gd name="T4" fmla="*/ 532 w 532"/>
                <a:gd name="T5" fmla="*/ 2516 h 2516"/>
                <a:gd name="T6" fmla="*/ 532 w 532"/>
                <a:gd name="T7" fmla="*/ 463 h 2516"/>
                <a:gd name="T8" fmla="*/ 258 w 532"/>
                <a:gd name="T9" fmla="*/ 0 h 2516"/>
                <a:gd name="T10" fmla="*/ 0 w 532"/>
                <a:gd name="T11" fmla="*/ 463 h 2516"/>
                <a:gd name="T12" fmla="*/ 371 w 532"/>
                <a:gd name="T13" fmla="*/ 1832 h 2516"/>
                <a:gd name="T14" fmla="*/ 443 w 532"/>
                <a:gd name="T15" fmla="*/ 1832 h 2516"/>
                <a:gd name="T16" fmla="*/ 443 w 532"/>
                <a:gd name="T17" fmla="*/ 2139 h 2516"/>
                <a:gd name="T18" fmla="*/ 371 w 532"/>
                <a:gd name="T19" fmla="*/ 2139 h 2516"/>
                <a:gd name="T20" fmla="*/ 371 w 532"/>
                <a:gd name="T21" fmla="*/ 1832 h 2516"/>
                <a:gd name="T22" fmla="*/ 371 w 532"/>
                <a:gd name="T23" fmla="*/ 1432 h 2516"/>
                <a:gd name="T24" fmla="*/ 443 w 532"/>
                <a:gd name="T25" fmla="*/ 1432 h 2516"/>
                <a:gd name="T26" fmla="*/ 443 w 532"/>
                <a:gd name="T27" fmla="*/ 1739 h 2516"/>
                <a:gd name="T28" fmla="*/ 371 w 532"/>
                <a:gd name="T29" fmla="*/ 1739 h 2516"/>
                <a:gd name="T30" fmla="*/ 371 w 532"/>
                <a:gd name="T31" fmla="*/ 1432 h 2516"/>
                <a:gd name="T32" fmla="*/ 371 w 532"/>
                <a:gd name="T33" fmla="*/ 630 h 2516"/>
                <a:gd name="T34" fmla="*/ 443 w 532"/>
                <a:gd name="T35" fmla="*/ 630 h 2516"/>
                <a:gd name="T36" fmla="*/ 443 w 532"/>
                <a:gd name="T37" fmla="*/ 938 h 2516"/>
                <a:gd name="T38" fmla="*/ 371 w 532"/>
                <a:gd name="T39" fmla="*/ 938 h 2516"/>
                <a:gd name="T40" fmla="*/ 371 w 532"/>
                <a:gd name="T41" fmla="*/ 630 h 2516"/>
                <a:gd name="T42" fmla="*/ 230 w 532"/>
                <a:gd name="T43" fmla="*/ 1832 h 2516"/>
                <a:gd name="T44" fmla="*/ 302 w 532"/>
                <a:gd name="T45" fmla="*/ 1832 h 2516"/>
                <a:gd name="T46" fmla="*/ 302 w 532"/>
                <a:gd name="T47" fmla="*/ 2139 h 2516"/>
                <a:gd name="T48" fmla="*/ 230 w 532"/>
                <a:gd name="T49" fmla="*/ 2139 h 2516"/>
                <a:gd name="T50" fmla="*/ 230 w 532"/>
                <a:gd name="T51" fmla="*/ 1832 h 2516"/>
                <a:gd name="T52" fmla="*/ 230 w 532"/>
                <a:gd name="T53" fmla="*/ 1432 h 2516"/>
                <a:gd name="T54" fmla="*/ 302 w 532"/>
                <a:gd name="T55" fmla="*/ 1432 h 2516"/>
                <a:gd name="T56" fmla="*/ 302 w 532"/>
                <a:gd name="T57" fmla="*/ 1739 h 2516"/>
                <a:gd name="T58" fmla="*/ 230 w 532"/>
                <a:gd name="T59" fmla="*/ 1739 h 2516"/>
                <a:gd name="T60" fmla="*/ 230 w 532"/>
                <a:gd name="T61" fmla="*/ 1432 h 2516"/>
                <a:gd name="T62" fmla="*/ 230 w 532"/>
                <a:gd name="T63" fmla="*/ 1031 h 2516"/>
                <a:gd name="T64" fmla="*/ 302 w 532"/>
                <a:gd name="T65" fmla="*/ 1031 h 2516"/>
                <a:gd name="T66" fmla="*/ 302 w 532"/>
                <a:gd name="T67" fmla="*/ 1338 h 2516"/>
                <a:gd name="T68" fmla="*/ 230 w 532"/>
                <a:gd name="T69" fmla="*/ 1338 h 2516"/>
                <a:gd name="T70" fmla="*/ 230 w 532"/>
                <a:gd name="T71" fmla="*/ 1031 h 2516"/>
                <a:gd name="T72" fmla="*/ 230 w 532"/>
                <a:gd name="T73" fmla="*/ 630 h 2516"/>
                <a:gd name="T74" fmla="*/ 302 w 532"/>
                <a:gd name="T75" fmla="*/ 630 h 2516"/>
                <a:gd name="T76" fmla="*/ 302 w 532"/>
                <a:gd name="T77" fmla="*/ 938 h 2516"/>
                <a:gd name="T78" fmla="*/ 230 w 532"/>
                <a:gd name="T79" fmla="*/ 938 h 2516"/>
                <a:gd name="T80" fmla="*/ 230 w 532"/>
                <a:gd name="T81" fmla="*/ 630 h 2516"/>
                <a:gd name="T82" fmla="*/ 88 w 532"/>
                <a:gd name="T83" fmla="*/ 1832 h 2516"/>
                <a:gd name="T84" fmla="*/ 160 w 532"/>
                <a:gd name="T85" fmla="*/ 1832 h 2516"/>
                <a:gd name="T86" fmla="*/ 160 w 532"/>
                <a:gd name="T87" fmla="*/ 2139 h 2516"/>
                <a:gd name="T88" fmla="*/ 88 w 532"/>
                <a:gd name="T89" fmla="*/ 2139 h 2516"/>
                <a:gd name="T90" fmla="*/ 88 w 532"/>
                <a:gd name="T91" fmla="*/ 1832 h 2516"/>
                <a:gd name="T92" fmla="*/ 88 w 532"/>
                <a:gd name="T93" fmla="*/ 1031 h 2516"/>
                <a:gd name="T94" fmla="*/ 160 w 532"/>
                <a:gd name="T95" fmla="*/ 1031 h 2516"/>
                <a:gd name="T96" fmla="*/ 160 w 532"/>
                <a:gd name="T97" fmla="*/ 1338 h 2516"/>
                <a:gd name="T98" fmla="*/ 88 w 532"/>
                <a:gd name="T99" fmla="*/ 1338 h 2516"/>
                <a:gd name="T100" fmla="*/ 88 w 532"/>
                <a:gd name="T101" fmla="*/ 1031 h 2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2" h="2516">
                  <a:moveTo>
                    <a:pt x="0" y="463"/>
                  </a:moveTo>
                  <a:lnTo>
                    <a:pt x="0" y="2516"/>
                  </a:lnTo>
                  <a:lnTo>
                    <a:pt x="532" y="2516"/>
                  </a:lnTo>
                  <a:lnTo>
                    <a:pt x="532" y="463"/>
                  </a:lnTo>
                  <a:lnTo>
                    <a:pt x="258" y="0"/>
                  </a:lnTo>
                  <a:lnTo>
                    <a:pt x="0" y="463"/>
                  </a:lnTo>
                  <a:close/>
                  <a:moveTo>
                    <a:pt x="371" y="1832"/>
                  </a:moveTo>
                  <a:lnTo>
                    <a:pt x="443" y="1832"/>
                  </a:lnTo>
                  <a:lnTo>
                    <a:pt x="443" y="2139"/>
                  </a:lnTo>
                  <a:lnTo>
                    <a:pt x="371" y="2139"/>
                  </a:lnTo>
                  <a:lnTo>
                    <a:pt x="371" y="1832"/>
                  </a:lnTo>
                  <a:close/>
                  <a:moveTo>
                    <a:pt x="371" y="1432"/>
                  </a:moveTo>
                  <a:lnTo>
                    <a:pt x="443" y="1432"/>
                  </a:lnTo>
                  <a:lnTo>
                    <a:pt x="443" y="1739"/>
                  </a:lnTo>
                  <a:lnTo>
                    <a:pt x="371" y="1739"/>
                  </a:lnTo>
                  <a:lnTo>
                    <a:pt x="371" y="1432"/>
                  </a:lnTo>
                  <a:close/>
                  <a:moveTo>
                    <a:pt x="371" y="630"/>
                  </a:moveTo>
                  <a:lnTo>
                    <a:pt x="443" y="630"/>
                  </a:lnTo>
                  <a:lnTo>
                    <a:pt x="443" y="938"/>
                  </a:lnTo>
                  <a:lnTo>
                    <a:pt x="371" y="938"/>
                  </a:lnTo>
                  <a:lnTo>
                    <a:pt x="371" y="630"/>
                  </a:lnTo>
                  <a:close/>
                  <a:moveTo>
                    <a:pt x="230" y="1832"/>
                  </a:moveTo>
                  <a:lnTo>
                    <a:pt x="302" y="1832"/>
                  </a:lnTo>
                  <a:lnTo>
                    <a:pt x="302" y="2139"/>
                  </a:lnTo>
                  <a:lnTo>
                    <a:pt x="230" y="2139"/>
                  </a:lnTo>
                  <a:lnTo>
                    <a:pt x="230" y="1832"/>
                  </a:lnTo>
                  <a:close/>
                  <a:moveTo>
                    <a:pt x="230" y="1432"/>
                  </a:moveTo>
                  <a:lnTo>
                    <a:pt x="302" y="1432"/>
                  </a:lnTo>
                  <a:lnTo>
                    <a:pt x="302" y="1739"/>
                  </a:lnTo>
                  <a:lnTo>
                    <a:pt x="230" y="1739"/>
                  </a:lnTo>
                  <a:lnTo>
                    <a:pt x="230" y="1432"/>
                  </a:lnTo>
                  <a:close/>
                  <a:moveTo>
                    <a:pt x="230" y="1031"/>
                  </a:moveTo>
                  <a:lnTo>
                    <a:pt x="302" y="1031"/>
                  </a:lnTo>
                  <a:lnTo>
                    <a:pt x="302" y="1338"/>
                  </a:lnTo>
                  <a:lnTo>
                    <a:pt x="230" y="1338"/>
                  </a:lnTo>
                  <a:lnTo>
                    <a:pt x="230" y="1031"/>
                  </a:lnTo>
                  <a:close/>
                  <a:moveTo>
                    <a:pt x="230" y="630"/>
                  </a:moveTo>
                  <a:lnTo>
                    <a:pt x="302" y="630"/>
                  </a:lnTo>
                  <a:lnTo>
                    <a:pt x="302" y="938"/>
                  </a:lnTo>
                  <a:lnTo>
                    <a:pt x="230" y="938"/>
                  </a:lnTo>
                  <a:lnTo>
                    <a:pt x="230" y="630"/>
                  </a:lnTo>
                  <a:close/>
                  <a:moveTo>
                    <a:pt x="88" y="1832"/>
                  </a:moveTo>
                  <a:lnTo>
                    <a:pt x="160" y="1832"/>
                  </a:lnTo>
                  <a:lnTo>
                    <a:pt x="160" y="2139"/>
                  </a:lnTo>
                  <a:lnTo>
                    <a:pt x="88" y="2139"/>
                  </a:lnTo>
                  <a:lnTo>
                    <a:pt x="88" y="1832"/>
                  </a:lnTo>
                  <a:close/>
                  <a:moveTo>
                    <a:pt x="88" y="1031"/>
                  </a:moveTo>
                  <a:lnTo>
                    <a:pt x="160" y="1031"/>
                  </a:lnTo>
                  <a:lnTo>
                    <a:pt x="160" y="1338"/>
                  </a:lnTo>
                  <a:lnTo>
                    <a:pt x="88" y="1338"/>
                  </a:lnTo>
                  <a:lnTo>
                    <a:pt x="88" y="10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1" name="îṡḻïḍê"/>
            <p:cNvSpPr/>
            <p:nvPr/>
          </p:nvSpPr>
          <p:spPr bwMode="auto">
            <a:xfrm>
              <a:off x="2041526" y="3784600"/>
              <a:ext cx="844550" cy="2338388"/>
            </a:xfrm>
            <a:custGeom>
              <a:avLst/>
              <a:gdLst>
                <a:gd name="T0" fmla="*/ 0 w 532"/>
                <a:gd name="T1" fmla="*/ 384 h 1473"/>
                <a:gd name="T2" fmla="*/ 0 w 532"/>
                <a:gd name="T3" fmla="*/ 1473 h 1473"/>
                <a:gd name="T4" fmla="*/ 532 w 532"/>
                <a:gd name="T5" fmla="*/ 1473 h 1473"/>
                <a:gd name="T6" fmla="*/ 532 w 532"/>
                <a:gd name="T7" fmla="*/ 384 h 1473"/>
                <a:gd name="T8" fmla="*/ 465 w 532"/>
                <a:gd name="T9" fmla="*/ 384 h 1473"/>
                <a:gd name="T10" fmla="*/ 465 w 532"/>
                <a:gd name="T11" fmla="*/ 283 h 1473"/>
                <a:gd name="T12" fmla="*/ 388 w 532"/>
                <a:gd name="T13" fmla="*/ 283 h 1473"/>
                <a:gd name="T14" fmla="*/ 388 w 532"/>
                <a:gd name="T15" fmla="*/ 0 h 1473"/>
                <a:gd name="T16" fmla="*/ 143 w 532"/>
                <a:gd name="T17" fmla="*/ 0 h 1473"/>
                <a:gd name="T18" fmla="*/ 143 w 532"/>
                <a:gd name="T19" fmla="*/ 283 h 1473"/>
                <a:gd name="T20" fmla="*/ 67 w 532"/>
                <a:gd name="T21" fmla="*/ 283 h 1473"/>
                <a:gd name="T22" fmla="*/ 67 w 532"/>
                <a:gd name="T23" fmla="*/ 384 h 1473"/>
                <a:gd name="T24" fmla="*/ 0 w 532"/>
                <a:gd name="T25" fmla="*/ 384 h 1473"/>
                <a:gd name="T26" fmla="*/ 362 w 532"/>
                <a:gd name="T27" fmla="*/ 1029 h 1473"/>
                <a:gd name="T28" fmla="*/ 457 w 532"/>
                <a:gd name="T29" fmla="*/ 1029 h 1473"/>
                <a:gd name="T30" fmla="*/ 457 w 532"/>
                <a:gd name="T31" fmla="*/ 1137 h 1473"/>
                <a:gd name="T32" fmla="*/ 362 w 532"/>
                <a:gd name="T33" fmla="*/ 1137 h 1473"/>
                <a:gd name="T34" fmla="*/ 362 w 532"/>
                <a:gd name="T35" fmla="*/ 1029 h 1473"/>
                <a:gd name="T36" fmla="*/ 362 w 532"/>
                <a:gd name="T37" fmla="*/ 681 h 1473"/>
                <a:gd name="T38" fmla="*/ 457 w 532"/>
                <a:gd name="T39" fmla="*/ 681 h 1473"/>
                <a:gd name="T40" fmla="*/ 457 w 532"/>
                <a:gd name="T41" fmla="*/ 792 h 1473"/>
                <a:gd name="T42" fmla="*/ 362 w 532"/>
                <a:gd name="T43" fmla="*/ 792 h 1473"/>
                <a:gd name="T44" fmla="*/ 362 w 532"/>
                <a:gd name="T45" fmla="*/ 681 h 1473"/>
                <a:gd name="T46" fmla="*/ 362 w 532"/>
                <a:gd name="T47" fmla="*/ 509 h 1473"/>
                <a:gd name="T48" fmla="*/ 457 w 532"/>
                <a:gd name="T49" fmla="*/ 509 h 1473"/>
                <a:gd name="T50" fmla="*/ 457 w 532"/>
                <a:gd name="T51" fmla="*/ 619 h 1473"/>
                <a:gd name="T52" fmla="*/ 362 w 532"/>
                <a:gd name="T53" fmla="*/ 619 h 1473"/>
                <a:gd name="T54" fmla="*/ 362 w 532"/>
                <a:gd name="T55" fmla="*/ 509 h 1473"/>
                <a:gd name="T56" fmla="*/ 218 w 532"/>
                <a:gd name="T57" fmla="*/ 854 h 1473"/>
                <a:gd name="T58" fmla="*/ 314 w 532"/>
                <a:gd name="T59" fmla="*/ 854 h 1473"/>
                <a:gd name="T60" fmla="*/ 314 w 532"/>
                <a:gd name="T61" fmla="*/ 964 h 1473"/>
                <a:gd name="T62" fmla="*/ 218 w 532"/>
                <a:gd name="T63" fmla="*/ 964 h 1473"/>
                <a:gd name="T64" fmla="*/ 218 w 532"/>
                <a:gd name="T65" fmla="*/ 854 h 1473"/>
                <a:gd name="T66" fmla="*/ 218 w 532"/>
                <a:gd name="T67" fmla="*/ 681 h 1473"/>
                <a:gd name="T68" fmla="*/ 314 w 532"/>
                <a:gd name="T69" fmla="*/ 681 h 1473"/>
                <a:gd name="T70" fmla="*/ 314 w 532"/>
                <a:gd name="T71" fmla="*/ 792 h 1473"/>
                <a:gd name="T72" fmla="*/ 218 w 532"/>
                <a:gd name="T73" fmla="*/ 792 h 1473"/>
                <a:gd name="T74" fmla="*/ 218 w 532"/>
                <a:gd name="T75" fmla="*/ 681 h 1473"/>
                <a:gd name="T76" fmla="*/ 218 w 532"/>
                <a:gd name="T77" fmla="*/ 509 h 1473"/>
                <a:gd name="T78" fmla="*/ 314 w 532"/>
                <a:gd name="T79" fmla="*/ 509 h 1473"/>
                <a:gd name="T80" fmla="*/ 314 w 532"/>
                <a:gd name="T81" fmla="*/ 619 h 1473"/>
                <a:gd name="T82" fmla="*/ 218 w 532"/>
                <a:gd name="T83" fmla="*/ 619 h 1473"/>
                <a:gd name="T84" fmla="*/ 218 w 532"/>
                <a:gd name="T85" fmla="*/ 509 h 1473"/>
                <a:gd name="T86" fmla="*/ 74 w 532"/>
                <a:gd name="T87" fmla="*/ 1029 h 1473"/>
                <a:gd name="T88" fmla="*/ 170 w 532"/>
                <a:gd name="T89" fmla="*/ 1029 h 1473"/>
                <a:gd name="T90" fmla="*/ 170 w 532"/>
                <a:gd name="T91" fmla="*/ 1137 h 1473"/>
                <a:gd name="T92" fmla="*/ 74 w 532"/>
                <a:gd name="T93" fmla="*/ 1137 h 1473"/>
                <a:gd name="T94" fmla="*/ 74 w 532"/>
                <a:gd name="T95" fmla="*/ 1029 h 1473"/>
                <a:gd name="T96" fmla="*/ 74 w 532"/>
                <a:gd name="T97" fmla="*/ 854 h 1473"/>
                <a:gd name="T98" fmla="*/ 170 w 532"/>
                <a:gd name="T99" fmla="*/ 854 h 1473"/>
                <a:gd name="T100" fmla="*/ 170 w 532"/>
                <a:gd name="T101" fmla="*/ 964 h 1473"/>
                <a:gd name="T102" fmla="*/ 74 w 532"/>
                <a:gd name="T103" fmla="*/ 964 h 1473"/>
                <a:gd name="T104" fmla="*/ 74 w 532"/>
                <a:gd name="T105" fmla="*/ 854 h 1473"/>
                <a:gd name="T106" fmla="*/ 74 w 532"/>
                <a:gd name="T107" fmla="*/ 681 h 1473"/>
                <a:gd name="T108" fmla="*/ 170 w 532"/>
                <a:gd name="T109" fmla="*/ 681 h 1473"/>
                <a:gd name="T110" fmla="*/ 170 w 532"/>
                <a:gd name="T111" fmla="*/ 792 h 1473"/>
                <a:gd name="T112" fmla="*/ 74 w 532"/>
                <a:gd name="T113" fmla="*/ 792 h 1473"/>
                <a:gd name="T114" fmla="*/ 74 w 532"/>
                <a:gd name="T115" fmla="*/ 681 h 1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2" h="1473">
                  <a:moveTo>
                    <a:pt x="0" y="384"/>
                  </a:moveTo>
                  <a:lnTo>
                    <a:pt x="0" y="1473"/>
                  </a:lnTo>
                  <a:lnTo>
                    <a:pt x="532" y="1473"/>
                  </a:lnTo>
                  <a:lnTo>
                    <a:pt x="532" y="384"/>
                  </a:lnTo>
                  <a:lnTo>
                    <a:pt x="465" y="384"/>
                  </a:lnTo>
                  <a:lnTo>
                    <a:pt x="465" y="283"/>
                  </a:lnTo>
                  <a:lnTo>
                    <a:pt x="388" y="283"/>
                  </a:lnTo>
                  <a:lnTo>
                    <a:pt x="388" y="0"/>
                  </a:lnTo>
                  <a:lnTo>
                    <a:pt x="143" y="0"/>
                  </a:lnTo>
                  <a:lnTo>
                    <a:pt x="143" y="283"/>
                  </a:lnTo>
                  <a:lnTo>
                    <a:pt x="67" y="283"/>
                  </a:lnTo>
                  <a:lnTo>
                    <a:pt x="67" y="384"/>
                  </a:lnTo>
                  <a:lnTo>
                    <a:pt x="0" y="384"/>
                  </a:lnTo>
                  <a:close/>
                  <a:moveTo>
                    <a:pt x="362" y="1029"/>
                  </a:moveTo>
                  <a:lnTo>
                    <a:pt x="457" y="1029"/>
                  </a:lnTo>
                  <a:lnTo>
                    <a:pt x="457" y="1137"/>
                  </a:lnTo>
                  <a:lnTo>
                    <a:pt x="362" y="1137"/>
                  </a:lnTo>
                  <a:lnTo>
                    <a:pt x="362" y="1029"/>
                  </a:lnTo>
                  <a:close/>
                  <a:moveTo>
                    <a:pt x="362" y="681"/>
                  </a:moveTo>
                  <a:lnTo>
                    <a:pt x="457" y="681"/>
                  </a:lnTo>
                  <a:lnTo>
                    <a:pt x="457" y="792"/>
                  </a:lnTo>
                  <a:lnTo>
                    <a:pt x="362" y="792"/>
                  </a:lnTo>
                  <a:lnTo>
                    <a:pt x="362" y="681"/>
                  </a:lnTo>
                  <a:close/>
                  <a:moveTo>
                    <a:pt x="362" y="509"/>
                  </a:moveTo>
                  <a:lnTo>
                    <a:pt x="457" y="509"/>
                  </a:lnTo>
                  <a:lnTo>
                    <a:pt x="457" y="619"/>
                  </a:lnTo>
                  <a:lnTo>
                    <a:pt x="362" y="619"/>
                  </a:lnTo>
                  <a:lnTo>
                    <a:pt x="362" y="509"/>
                  </a:lnTo>
                  <a:close/>
                  <a:moveTo>
                    <a:pt x="218" y="854"/>
                  </a:moveTo>
                  <a:lnTo>
                    <a:pt x="314" y="854"/>
                  </a:lnTo>
                  <a:lnTo>
                    <a:pt x="314" y="964"/>
                  </a:lnTo>
                  <a:lnTo>
                    <a:pt x="218" y="964"/>
                  </a:lnTo>
                  <a:lnTo>
                    <a:pt x="218" y="854"/>
                  </a:lnTo>
                  <a:close/>
                  <a:moveTo>
                    <a:pt x="218" y="681"/>
                  </a:moveTo>
                  <a:lnTo>
                    <a:pt x="314" y="681"/>
                  </a:lnTo>
                  <a:lnTo>
                    <a:pt x="314" y="792"/>
                  </a:lnTo>
                  <a:lnTo>
                    <a:pt x="218" y="792"/>
                  </a:lnTo>
                  <a:lnTo>
                    <a:pt x="218" y="681"/>
                  </a:lnTo>
                  <a:close/>
                  <a:moveTo>
                    <a:pt x="218" y="509"/>
                  </a:moveTo>
                  <a:lnTo>
                    <a:pt x="314" y="509"/>
                  </a:lnTo>
                  <a:lnTo>
                    <a:pt x="314" y="619"/>
                  </a:lnTo>
                  <a:lnTo>
                    <a:pt x="218" y="619"/>
                  </a:lnTo>
                  <a:lnTo>
                    <a:pt x="218" y="509"/>
                  </a:lnTo>
                  <a:close/>
                  <a:moveTo>
                    <a:pt x="74" y="1029"/>
                  </a:moveTo>
                  <a:lnTo>
                    <a:pt x="170" y="1029"/>
                  </a:lnTo>
                  <a:lnTo>
                    <a:pt x="170" y="1137"/>
                  </a:lnTo>
                  <a:lnTo>
                    <a:pt x="74" y="1137"/>
                  </a:lnTo>
                  <a:lnTo>
                    <a:pt x="74" y="1029"/>
                  </a:lnTo>
                  <a:close/>
                  <a:moveTo>
                    <a:pt x="74" y="854"/>
                  </a:moveTo>
                  <a:lnTo>
                    <a:pt x="170" y="854"/>
                  </a:lnTo>
                  <a:lnTo>
                    <a:pt x="170" y="964"/>
                  </a:lnTo>
                  <a:lnTo>
                    <a:pt x="74" y="964"/>
                  </a:lnTo>
                  <a:lnTo>
                    <a:pt x="74" y="854"/>
                  </a:lnTo>
                  <a:close/>
                  <a:moveTo>
                    <a:pt x="74" y="681"/>
                  </a:moveTo>
                  <a:lnTo>
                    <a:pt x="170" y="681"/>
                  </a:lnTo>
                  <a:lnTo>
                    <a:pt x="170" y="792"/>
                  </a:lnTo>
                  <a:lnTo>
                    <a:pt x="74" y="792"/>
                  </a:lnTo>
                  <a:lnTo>
                    <a:pt x="74" y="6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2" name="iṧlïḋe"/>
            <p:cNvSpPr/>
            <p:nvPr/>
          </p:nvSpPr>
          <p:spPr bwMode="auto">
            <a:xfrm>
              <a:off x="4940301" y="3128963"/>
              <a:ext cx="846138" cy="2994025"/>
            </a:xfrm>
            <a:custGeom>
              <a:avLst/>
              <a:gdLst>
                <a:gd name="T0" fmla="*/ 0 w 533"/>
                <a:gd name="T1" fmla="*/ 1886 h 1886"/>
                <a:gd name="T2" fmla="*/ 533 w 533"/>
                <a:gd name="T3" fmla="*/ 92 h 1886"/>
                <a:gd name="T4" fmla="*/ 487 w 533"/>
                <a:gd name="T5" fmla="*/ 0 h 1886"/>
                <a:gd name="T6" fmla="*/ 202 w 533"/>
                <a:gd name="T7" fmla="*/ 92 h 1886"/>
                <a:gd name="T8" fmla="*/ 310 w 533"/>
                <a:gd name="T9" fmla="*/ 1466 h 1886"/>
                <a:gd name="T10" fmla="*/ 456 w 533"/>
                <a:gd name="T11" fmla="*/ 1517 h 1886"/>
                <a:gd name="T12" fmla="*/ 310 w 533"/>
                <a:gd name="T13" fmla="*/ 1466 h 1886"/>
                <a:gd name="T14" fmla="*/ 456 w 533"/>
                <a:gd name="T15" fmla="*/ 1346 h 1886"/>
                <a:gd name="T16" fmla="*/ 310 w 533"/>
                <a:gd name="T17" fmla="*/ 1397 h 1886"/>
                <a:gd name="T18" fmla="*/ 310 w 533"/>
                <a:gd name="T19" fmla="*/ 1226 h 1886"/>
                <a:gd name="T20" fmla="*/ 456 w 533"/>
                <a:gd name="T21" fmla="*/ 1277 h 1886"/>
                <a:gd name="T22" fmla="*/ 310 w 533"/>
                <a:gd name="T23" fmla="*/ 1226 h 1886"/>
                <a:gd name="T24" fmla="*/ 456 w 533"/>
                <a:gd name="T25" fmla="*/ 1106 h 1886"/>
                <a:gd name="T26" fmla="*/ 310 w 533"/>
                <a:gd name="T27" fmla="*/ 1157 h 1886"/>
                <a:gd name="T28" fmla="*/ 310 w 533"/>
                <a:gd name="T29" fmla="*/ 866 h 1886"/>
                <a:gd name="T30" fmla="*/ 456 w 533"/>
                <a:gd name="T31" fmla="*/ 917 h 1886"/>
                <a:gd name="T32" fmla="*/ 310 w 533"/>
                <a:gd name="T33" fmla="*/ 866 h 1886"/>
                <a:gd name="T34" fmla="*/ 456 w 533"/>
                <a:gd name="T35" fmla="*/ 747 h 1886"/>
                <a:gd name="T36" fmla="*/ 310 w 533"/>
                <a:gd name="T37" fmla="*/ 797 h 1886"/>
                <a:gd name="T38" fmla="*/ 310 w 533"/>
                <a:gd name="T39" fmla="*/ 627 h 1886"/>
                <a:gd name="T40" fmla="*/ 456 w 533"/>
                <a:gd name="T41" fmla="*/ 677 h 1886"/>
                <a:gd name="T42" fmla="*/ 310 w 533"/>
                <a:gd name="T43" fmla="*/ 627 h 1886"/>
                <a:gd name="T44" fmla="*/ 456 w 533"/>
                <a:gd name="T45" fmla="*/ 507 h 1886"/>
                <a:gd name="T46" fmla="*/ 310 w 533"/>
                <a:gd name="T47" fmla="*/ 557 h 1886"/>
                <a:gd name="T48" fmla="*/ 310 w 533"/>
                <a:gd name="T49" fmla="*/ 267 h 1886"/>
                <a:gd name="T50" fmla="*/ 456 w 533"/>
                <a:gd name="T51" fmla="*/ 317 h 1886"/>
                <a:gd name="T52" fmla="*/ 310 w 533"/>
                <a:gd name="T53" fmla="*/ 267 h 1886"/>
                <a:gd name="T54" fmla="*/ 223 w 533"/>
                <a:gd name="T55" fmla="*/ 1586 h 1886"/>
                <a:gd name="T56" fmla="*/ 77 w 533"/>
                <a:gd name="T57" fmla="*/ 1637 h 1886"/>
                <a:gd name="T58" fmla="*/ 77 w 533"/>
                <a:gd name="T59" fmla="*/ 1466 h 1886"/>
                <a:gd name="T60" fmla="*/ 223 w 533"/>
                <a:gd name="T61" fmla="*/ 1517 h 1886"/>
                <a:gd name="T62" fmla="*/ 77 w 533"/>
                <a:gd name="T63" fmla="*/ 1466 h 1886"/>
                <a:gd name="T64" fmla="*/ 223 w 533"/>
                <a:gd name="T65" fmla="*/ 1226 h 1886"/>
                <a:gd name="T66" fmla="*/ 77 w 533"/>
                <a:gd name="T67" fmla="*/ 1277 h 1886"/>
                <a:gd name="T68" fmla="*/ 77 w 533"/>
                <a:gd name="T69" fmla="*/ 986 h 1886"/>
                <a:gd name="T70" fmla="*/ 223 w 533"/>
                <a:gd name="T71" fmla="*/ 1037 h 1886"/>
                <a:gd name="T72" fmla="*/ 77 w 533"/>
                <a:gd name="T73" fmla="*/ 986 h 1886"/>
                <a:gd name="T74" fmla="*/ 223 w 533"/>
                <a:gd name="T75" fmla="*/ 866 h 1886"/>
                <a:gd name="T76" fmla="*/ 77 w 533"/>
                <a:gd name="T77" fmla="*/ 917 h 1886"/>
                <a:gd name="T78" fmla="*/ 77 w 533"/>
                <a:gd name="T79" fmla="*/ 627 h 1886"/>
                <a:gd name="T80" fmla="*/ 223 w 533"/>
                <a:gd name="T81" fmla="*/ 677 h 1886"/>
                <a:gd name="T82" fmla="*/ 77 w 533"/>
                <a:gd name="T83" fmla="*/ 627 h 1886"/>
                <a:gd name="T84" fmla="*/ 223 w 533"/>
                <a:gd name="T85" fmla="*/ 387 h 1886"/>
                <a:gd name="T86" fmla="*/ 77 w 533"/>
                <a:gd name="T87" fmla="*/ 437 h 1886"/>
                <a:gd name="T88" fmla="*/ 77 w 533"/>
                <a:gd name="T89" fmla="*/ 267 h 1886"/>
                <a:gd name="T90" fmla="*/ 223 w 533"/>
                <a:gd name="T91" fmla="*/ 317 h 1886"/>
                <a:gd name="T92" fmla="*/ 77 w 533"/>
                <a:gd name="T93" fmla="*/ 267 h 1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3" h="1886">
                  <a:moveTo>
                    <a:pt x="0" y="92"/>
                  </a:moveTo>
                  <a:lnTo>
                    <a:pt x="0" y="1886"/>
                  </a:lnTo>
                  <a:lnTo>
                    <a:pt x="533" y="1886"/>
                  </a:lnTo>
                  <a:lnTo>
                    <a:pt x="533" y="92"/>
                  </a:lnTo>
                  <a:lnTo>
                    <a:pt x="487" y="92"/>
                  </a:lnTo>
                  <a:lnTo>
                    <a:pt x="487" y="0"/>
                  </a:lnTo>
                  <a:lnTo>
                    <a:pt x="202" y="0"/>
                  </a:lnTo>
                  <a:lnTo>
                    <a:pt x="202" y="92"/>
                  </a:lnTo>
                  <a:lnTo>
                    <a:pt x="0" y="92"/>
                  </a:lnTo>
                  <a:close/>
                  <a:moveTo>
                    <a:pt x="310" y="1466"/>
                  </a:moveTo>
                  <a:lnTo>
                    <a:pt x="456" y="1466"/>
                  </a:lnTo>
                  <a:lnTo>
                    <a:pt x="456" y="1517"/>
                  </a:lnTo>
                  <a:lnTo>
                    <a:pt x="310" y="1517"/>
                  </a:lnTo>
                  <a:lnTo>
                    <a:pt x="310" y="1466"/>
                  </a:lnTo>
                  <a:close/>
                  <a:moveTo>
                    <a:pt x="310" y="1346"/>
                  </a:moveTo>
                  <a:lnTo>
                    <a:pt x="456" y="1346"/>
                  </a:lnTo>
                  <a:lnTo>
                    <a:pt x="456" y="1397"/>
                  </a:lnTo>
                  <a:lnTo>
                    <a:pt x="310" y="1397"/>
                  </a:lnTo>
                  <a:lnTo>
                    <a:pt x="310" y="1346"/>
                  </a:lnTo>
                  <a:close/>
                  <a:moveTo>
                    <a:pt x="310" y="1226"/>
                  </a:moveTo>
                  <a:lnTo>
                    <a:pt x="456" y="1226"/>
                  </a:lnTo>
                  <a:lnTo>
                    <a:pt x="456" y="1277"/>
                  </a:lnTo>
                  <a:lnTo>
                    <a:pt x="310" y="1277"/>
                  </a:lnTo>
                  <a:lnTo>
                    <a:pt x="310" y="1226"/>
                  </a:lnTo>
                  <a:close/>
                  <a:moveTo>
                    <a:pt x="310" y="1106"/>
                  </a:moveTo>
                  <a:lnTo>
                    <a:pt x="456" y="1106"/>
                  </a:lnTo>
                  <a:lnTo>
                    <a:pt x="456" y="1157"/>
                  </a:lnTo>
                  <a:lnTo>
                    <a:pt x="310" y="1157"/>
                  </a:lnTo>
                  <a:lnTo>
                    <a:pt x="310" y="1106"/>
                  </a:lnTo>
                  <a:close/>
                  <a:moveTo>
                    <a:pt x="310" y="866"/>
                  </a:moveTo>
                  <a:lnTo>
                    <a:pt x="456" y="866"/>
                  </a:lnTo>
                  <a:lnTo>
                    <a:pt x="456" y="917"/>
                  </a:lnTo>
                  <a:lnTo>
                    <a:pt x="310" y="917"/>
                  </a:lnTo>
                  <a:lnTo>
                    <a:pt x="310" y="866"/>
                  </a:lnTo>
                  <a:close/>
                  <a:moveTo>
                    <a:pt x="310" y="747"/>
                  </a:moveTo>
                  <a:lnTo>
                    <a:pt x="456" y="747"/>
                  </a:lnTo>
                  <a:lnTo>
                    <a:pt x="456" y="797"/>
                  </a:lnTo>
                  <a:lnTo>
                    <a:pt x="310" y="797"/>
                  </a:lnTo>
                  <a:lnTo>
                    <a:pt x="310" y="747"/>
                  </a:lnTo>
                  <a:close/>
                  <a:moveTo>
                    <a:pt x="310" y="627"/>
                  </a:moveTo>
                  <a:lnTo>
                    <a:pt x="456" y="627"/>
                  </a:lnTo>
                  <a:lnTo>
                    <a:pt x="456" y="677"/>
                  </a:lnTo>
                  <a:lnTo>
                    <a:pt x="310" y="677"/>
                  </a:lnTo>
                  <a:lnTo>
                    <a:pt x="310" y="627"/>
                  </a:lnTo>
                  <a:close/>
                  <a:moveTo>
                    <a:pt x="310" y="507"/>
                  </a:moveTo>
                  <a:lnTo>
                    <a:pt x="456" y="507"/>
                  </a:lnTo>
                  <a:lnTo>
                    <a:pt x="456" y="557"/>
                  </a:lnTo>
                  <a:lnTo>
                    <a:pt x="310" y="557"/>
                  </a:lnTo>
                  <a:lnTo>
                    <a:pt x="310" y="507"/>
                  </a:lnTo>
                  <a:close/>
                  <a:moveTo>
                    <a:pt x="310" y="267"/>
                  </a:moveTo>
                  <a:lnTo>
                    <a:pt x="456" y="267"/>
                  </a:lnTo>
                  <a:lnTo>
                    <a:pt x="456" y="317"/>
                  </a:lnTo>
                  <a:lnTo>
                    <a:pt x="310" y="317"/>
                  </a:lnTo>
                  <a:lnTo>
                    <a:pt x="310" y="267"/>
                  </a:lnTo>
                  <a:close/>
                  <a:moveTo>
                    <a:pt x="77" y="1586"/>
                  </a:moveTo>
                  <a:lnTo>
                    <a:pt x="223" y="1586"/>
                  </a:lnTo>
                  <a:lnTo>
                    <a:pt x="223" y="1637"/>
                  </a:lnTo>
                  <a:lnTo>
                    <a:pt x="77" y="1637"/>
                  </a:lnTo>
                  <a:lnTo>
                    <a:pt x="77" y="1586"/>
                  </a:lnTo>
                  <a:close/>
                  <a:moveTo>
                    <a:pt x="77" y="1466"/>
                  </a:moveTo>
                  <a:lnTo>
                    <a:pt x="223" y="1466"/>
                  </a:lnTo>
                  <a:lnTo>
                    <a:pt x="223" y="1517"/>
                  </a:lnTo>
                  <a:lnTo>
                    <a:pt x="77" y="1517"/>
                  </a:lnTo>
                  <a:lnTo>
                    <a:pt x="77" y="1466"/>
                  </a:lnTo>
                  <a:close/>
                  <a:moveTo>
                    <a:pt x="77" y="1226"/>
                  </a:moveTo>
                  <a:lnTo>
                    <a:pt x="223" y="1226"/>
                  </a:lnTo>
                  <a:lnTo>
                    <a:pt x="223" y="1277"/>
                  </a:lnTo>
                  <a:lnTo>
                    <a:pt x="77" y="1277"/>
                  </a:lnTo>
                  <a:lnTo>
                    <a:pt x="77" y="1226"/>
                  </a:lnTo>
                  <a:close/>
                  <a:moveTo>
                    <a:pt x="77" y="986"/>
                  </a:moveTo>
                  <a:lnTo>
                    <a:pt x="223" y="986"/>
                  </a:lnTo>
                  <a:lnTo>
                    <a:pt x="223" y="1037"/>
                  </a:lnTo>
                  <a:lnTo>
                    <a:pt x="77" y="1037"/>
                  </a:lnTo>
                  <a:lnTo>
                    <a:pt x="77" y="986"/>
                  </a:lnTo>
                  <a:close/>
                  <a:moveTo>
                    <a:pt x="77" y="866"/>
                  </a:moveTo>
                  <a:lnTo>
                    <a:pt x="223" y="866"/>
                  </a:lnTo>
                  <a:lnTo>
                    <a:pt x="223" y="917"/>
                  </a:lnTo>
                  <a:lnTo>
                    <a:pt x="77" y="917"/>
                  </a:lnTo>
                  <a:lnTo>
                    <a:pt x="77" y="866"/>
                  </a:lnTo>
                  <a:close/>
                  <a:moveTo>
                    <a:pt x="77" y="627"/>
                  </a:moveTo>
                  <a:lnTo>
                    <a:pt x="223" y="627"/>
                  </a:lnTo>
                  <a:lnTo>
                    <a:pt x="223" y="677"/>
                  </a:lnTo>
                  <a:lnTo>
                    <a:pt x="77" y="677"/>
                  </a:lnTo>
                  <a:lnTo>
                    <a:pt x="77" y="627"/>
                  </a:lnTo>
                  <a:close/>
                  <a:moveTo>
                    <a:pt x="77" y="387"/>
                  </a:moveTo>
                  <a:lnTo>
                    <a:pt x="223" y="387"/>
                  </a:lnTo>
                  <a:lnTo>
                    <a:pt x="223" y="437"/>
                  </a:lnTo>
                  <a:lnTo>
                    <a:pt x="77" y="437"/>
                  </a:lnTo>
                  <a:lnTo>
                    <a:pt x="77" y="387"/>
                  </a:lnTo>
                  <a:close/>
                  <a:moveTo>
                    <a:pt x="77" y="267"/>
                  </a:moveTo>
                  <a:lnTo>
                    <a:pt x="223" y="267"/>
                  </a:lnTo>
                  <a:lnTo>
                    <a:pt x="223" y="317"/>
                  </a:lnTo>
                  <a:lnTo>
                    <a:pt x="77" y="317"/>
                  </a:lnTo>
                  <a:lnTo>
                    <a:pt x="77" y="2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3" name="íS1ïďe"/>
            <p:cNvSpPr/>
            <p:nvPr/>
          </p:nvSpPr>
          <p:spPr bwMode="auto">
            <a:xfrm>
              <a:off x="3973513" y="3460750"/>
              <a:ext cx="846138" cy="2662238"/>
            </a:xfrm>
            <a:custGeom>
              <a:avLst/>
              <a:gdLst>
                <a:gd name="T0" fmla="*/ 0 w 533"/>
                <a:gd name="T1" fmla="*/ 1677 h 1677"/>
                <a:gd name="T2" fmla="*/ 533 w 533"/>
                <a:gd name="T3" fmla="*/ 204 h 1677"/>
                <a:gd name="T4" fmla="*/ 437 w 533"/>
                <a:gd name="T5" fmla="*/ 0 h 1677"/>
                <a:gd name="T6" fmla="*/ 329 w 533"/>
                <a:gd name="T7" fmla="*/ 204 h 1677"/>
                <a:gd name="T8" fmla="*/ 401 w 533"/>
                <a:gd name="T9" fmla="*/ 1252 h 1677"/>
                <a:gd name="T10" fmla="*/ 473 w 533"/>
                <a:gd name="T11" fmla="*/ 1324 h 1677"/>
                <a:gd name="T12" fmla="*/ 401 w 533"/>
                <a:gd name="T13" fmla="*/ 1252 h 1677"/>
                <a:gd name="T14" fmla="*/ 473 w 533"/>
                <a:gd name="T15" fmla="*/ 1104 h 1677"/>
                <a:gd name="T16" fmla="*/ 401 w 533"/>
                <a:gd name="T17" fmla="*/ 1176 h 1677"/>
                <a:gd name="T18" fmla="*/ 401 w 533"/>
                <a:gd name="T19" fmla="*/ 957 h 1677"/>
                <a:gd name="T20" fmla="*/ 473 w 533"/>
                <a:gd name="T21" fmla="*/ 1029 h 1677"/>
                <a:gd name="T22" fmla="*/ 401 w 533"/>
                <a:gd name="T23" fmla="*/ 957 h 1677"/>
                <a:gd name="T24" fmla="*/ 473 w 533"/>
                <a:gd name="T25" fmla="*/ 811 h 1677"/>
                <a:gd name="T26" fmla="*/ 401 w 533"/>
                <a:gd name="T27" fmla="*/ 883 h 1677"/>
                <a:gd name="T28" fmla="*/ 401 w 533"/>
                <a:gd name="T29" fmla="*/ 662 h 1677"/>
                <a:gd name="T30" fmla="*/ 473 w 533"/>
                <a:gd name="T31" fmla="*/ 734 h 1677"/>
                <a:gd name="T32" fmla="*/ 401 w 533"/>
                <a:gd name="T33" fmla="*/ 662 h 1677"/>
                <a:gd name="T34" fmla="*/ 473 w 533"/>
                <a:gd name="T35" fmla="*/ 516 h 1677"/>
                <a:gd name="T36" fmla="*/ 401 w 533"/>
                <a:gd name="T37" fmla="*/ 588 h 1677"/>
                <a:gd name="T38" fmla="*/ 288 w 533"/>
                <a:gd name="T39" fmla="*/ 1104 h 1677"/>
                <a:gd name="T40" fmla="*/ 360 w 533"/>
                <a:gd name="T41" fmla="*/ 1176 h 1677"/>
                <a:gd name="T42" fmla="*/ 288 w 533"/>
                <a:gd name="T43" fmla="*/ 1104 h 1677"/>
                <a:gd name="T44" fmla="*/ 360 w 533"/>
                <a:gd name="T45" fmla="*/ 957 h 1677"/>
                <a:gd name="T46" fmla="*/ 288 w 533"/>
                <a:gd name="T47" fmla="*/ 1029 h 1677"/>
                <a:gd name="T48" fmla="*/ 288 w 533"/>
                <a:gd name="T49" fmla="*/ 662 h 1677"/>
                <a:gd name="T50" fmla="*/ 360 w 533"/>
                <a:gd name="T51" fmla="*/ 734 h 1677"/>
                <a:gd name="T52" fmla="*/ 288 w 533"/>
                <a:gd name="T53" fmla="*/ 662 h 1677"/>
                <a:gd name="T54" fmla="*/ 360 w 533"/>
                <a:gd name="T55" fmla="*/ 516 h 1677"/>
                <a:gd name="T56" fmla="*/ 288 w 533"/>
                <a:gd name="T57" fmla="*/ 588 h 1677"/>
                <a:gd name="T58" fmla="*/ 288 w 533"/>
                <a:gd name="T59" fmla="*/ 370 h 1677"/>
                <a:gd name="T60" fmla="*/ 360 w 533"/>
                <a:gd name="T61" fmla="*/ 442 h 1677"/>
                <a:gd name="T62" fmla="*/ 288 w 533"/>
                <a:gd name="T63" fmla="*/ 370 h 1677"/>
                <a:gd name="T64" fmla="*/ 245 w 533"/>
                <a:gd name="T65" fmla="*/ 1252 h 1677"/>
                <a:gd name="T66" fmla="*/ 173 w 533"/>
                <a:gd name="T67" fmla="*/ 1324 h 1677"/>
                <a:gd name="T68" fmla="*/ 173 w 533"/>
                <a:gd name="T69" fmla="*/ 1104 h 1677"/>
                <a:gd name="T70" fmla="*/ 245 w 533"/>
                <a:gd name="T71" fmla="*/ 1176 h 1677"/>
                <a:gd name="T72" fmla="*/ 173 w 533"/>
                <a:gd name="T73" fmla="*/ 1104 h 1677"/>
                <a:gd name="T74" fmla="*/ 245 w 533"/>
                <a:gd name="T75" fmla="*/ 811 h 1677"/>
                <a:gd name="T76" fmla="*/ 173 w 533"/>
                <a:gd name="T77" fmla="*/ 883 h 1677"/>
                <a:gd name="T78" fmla="*/ 173 w 533"/>
                <a:gd name="T79" fmla="*/ 662 h 1677"/>
                <a:gd name="T80" fmla="*/ 245 w 533"/>
                <a:gd name="T81" fmla="*/ 734 h 1677"/>
                <a:gd name="T82" fmla="*/ 173 w 533"/>
                <a:gd name="T83" fmla="*/ 662 h 1677"/>
                <a:gd name="T84" fmla="*/ 245 w 533"/>
                <a:gd name="T85" fmla="*/ 516 h 1677"/>
                <a:gd name="T86" fmla="*/ 173 w 533"/>
                <a:gd name="T87" fmla="*/ 588 h 1677"/>
                <a:gd name="T88" fmla="*/ 173 w 533"/>
                <a:gd name="T89" fmla="*/ 370 h 1677"/>
                <a:gd name="T90" fmla="*/ 245 w 533"/>
                <a:gd name="T91" fmla="*/ 442 h 1677"/>
                <a:gd name="T92" fmla="*/ 173 w 533"/>
                <a:gd name="T93" fmla="*/ 370 h 1677"/>
                <a:gd name="T94" fmla="*/ 132 w 533"/>
                <a:gd name="T95" fmla="*/ 1252 h 1677"/>
                <a:gd name="T96" fmla="*/ 60 w 533"/>
                <a:gd name="T97" fmla="*/ 1324 h 1677"/>
                <a:gd name="T98" fmla="*/ 60 w 533"/>
                <a:gd name="T99" fmla="*/ 1104 h 1677"/>
                <a:gd name="T100" fmla="*/ 132 w 533"/>
                <a:gd name="T101" fmla="*/ 1176 h 1677"/>
                <a:gd name="T102" fmla="*/ 60 w 533"/>
                <a:gd name="T103" fmla="*/ 1104 h 1677"/>
                <a:gd name="T104" fmla="*/ 132 w 533"/>
                <a:gd name="T105" fmla="*/ 957 h 1677"/>
                <a:gd name="T106" fmla="*/ 60 w 533"/>
                <a:gd name="T107" fmla="*/ 1029 h 1677"/>
                <a:gd name="T108" fmla="*/ 60 w 533"/>
                <a:gd name="T109" fmla="*/ 811 h 1677"/>
                <a:gd name="T110" fmla="*/ 132 w 533"/>
                <a:gd name="T111" fmla="*/ 883 h 1677"/>
                <a:gd name="T112" fmla="*/ 60 w 533"/>
                <a:gd name="T113" fmla="*/ 811 h 1677"/>
                <a:gd name="T114" fmla="*/ 132 w 533"/>
                <a:gd name="T115" fmla="*/ 516 h 1677"/>
                <a:gd name="T116" fmla="*/ 60 w 533"/>
                <a:gd name="T117" fmla="*/ 588 h 1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3" h="1677">
                  <a:moveTo>
                    <a:pt x="0" y="204"/>
                  </a:moveTo>
                  <a:lnTo>
                    <a:pt x="0" y="1677"/>
                  </a:lnTo>
                  <a:lnTo>
                    <a:pt x="533" y="1677"/>
                  </a:lnTo>
                  <a:lnTo>
                    <a:pt x="533" y="204"/>
                  </a:lnTo>
                  <a:lnTo>
                    <a:pt x="437" y="204"/>
                  </a:lnTo>
                  <a:lnTo>
                    <a:pt x="437" y="0"/>
                  </a:lnTo>
                  <a:lnTo>
                    <a:pt x="329" y="0"/>
                  </a:lnTo>
                  <a:lnTo>
                    <a:pt x="329" y="204"/>
                  </a:lnTo>
                  <a:lnTo>
                    <a:pt x="0" y="204"/>
                  </a:lnTo>
                  <a:close/>
                  <a:moveTo>
                    <a:pt x="401" y="1252"/>
                  </a:moveTo>
                  <a:lnTo>
                    <a:pt x="473" y="1252"/>
                  </a:lnTo>
                  <a:lnTo>
                    <a:pt x="473" y="1324"/>
                  </a:lnTo>
                  <a:lnTo>
                    <a:pt x="401" y="1324"/>
                  </a:lnTo>
                  <a:lnTo>
                    <a:pt x="401" y="1252"/>
                  </a:lnTo>
                  <a:close/>
                  <a:moveTo>
                    <a:pt x="401" y="1104"/>
                  </a:moveTo>
                  <a:lnTo>
                    <a:pt x="473" y="1104"/>
                  </a:lnTo>
                  <a:lnTo>
                    <a:pt x="473" y="1176"/>
                  </a:lnTo>
                  <a:lnTo>
                    <a:pt x="401" y="1176"/>
                  </a:lnTo>
                  <a:lnTo>
                    <a:pt x="401" y="1104"/>
                  </a:lnTo>
                  <a:close/>
                  <a:moveTo>
                    <a:pt x="401" y="957"/>
                  </a:moveTo>
                  <a:lnTo>
                    <a:pt x="473" y="957"/>
                  </a:lnTo>
                  <a:lnTo>
                    <a:pt x="473" y="1029"/>
                  </a:lnTo>
                  <a:lnTo>
                    <a:pt x="401" y="1029"/>
                  </a:lnTo>
                  <a:lnTo>
                    <a:pt x="401" y="957"/>
                  </a:lnTo>
                  <a:close/>
                  <a:moveTo>
                    <a:pt x="401" y="811"/>
                  </a:moveTo>
                  <a:lnTo>
                    <a:pt x="473" y="811"/>
                  </a:lnTo>
                  <a:lnTo>
                    <a:pt x="473" y="883"/>
                  </a:lnTo>
                  <a:lnTo>
                    <a:pt x="401" y="883"/>
                  </a:lnTo>
                  <a:lnTo>
                    <a:pt x="401" y="811"/>
                  </a:lnTo>
                  <a:close/>
                  <a:moveTo>
                    <a:pt x="401" y="662"/>
                  </a:moveTo>
                  <a:lnTo>
                    <a:pt x="473" y="662"/>
                  </a:lnTo>
                  <a:lnTo>
                    <a:pt x="473" y="734"/>
                  </a:lnTo>
                  <a:lnTo>
                    <a:pt x="401" y="734"/>
                  </a:lnTo>
                  <a:lnTo>
                    <a:pt x="401" y="662"/>
                  </a:lnTo>
                  <a:close/>
                  <a:moveTo>
                    <a:pt x="401" y="516"/>
                  </a:moveTo>
                  <a:lnTo>
                    <a:pt x="473" y="516"/>
                  </a:lnTo>
                  <a:lnTo>
                    <a:pt x="473" y="588"/>
                  </a:lnTo>
                  <a:lnTo>
                    <a:pt x="401" y="588"/>
                  </a:lnTo>
                  <a:lnTo>
                    <a:pt x="401" y="516"/>
                  </a:lnTo>
                  <a:close/>
                  <a:moveTo>
                    <a:pt x="288" y="1104"/>
                  </a:moveTo>
                  <a:lnTo>
                    <a:pt x="360" y="1104"/>
                  </a:lnTo>
                  <a:lnTo>
                    <a:pt x="360" y="1176"/>
                  </a:lnTo>
                  <a:lnTo>
                    <a:pt x="288" y="1176"/>
                  </a:lnTo>
                  <a:lnTo>
                    <a:pt x="288" y="1104"/>
                  </a:lnTo>
                  <a:close/>
                  <a:moveTo>
                    <a:pt x="288" y="957"/>
                  </a:moveTo>
                  <a:lnTo>
                    <a:pt x="360" y="957"/>
                  </a:lnTo>
                  <a:lnTo>
                    <a:pt x="360" y="1029"/>
                  </a:lnTo>
                  <a:lnTo>
                    <a:pt x="288" y="1029"/>
                  </a:lnTo>
                  <a:lnTo>
                    <a:pt x="288" y="957"/>
                  </a:lnTo>
                  <a:close/>
                  <a:moveTo>
                    <a:pt x="288" y="662"/>
                  </a:moveTo>
                  <a:lnTo>
                    <a:pt x="360" y="662"/>
                  </a:lnTo>
                  <a:lnTo>
                    <a:pt x="360" y="734"/>
                  </a:lnTo>
                  <a:lnTo>
                    <a:pt x="288" y="734"/>
                  </a:lnTo>
                  <a:lnTo>
                    <a:pt x="288" y="662"/>
                  </a:lnTo>
                  <a:close/>
                  <a:moveTo>
                    <a:pt x="288" y="516"/>
                  </a:moveTo>
                  <a:lnTo>
                    <a:pt x="360" y="516"/>
                  </a:lnTo>
                  <a:lnTo>
                    <a:pt x="360" y="588"/>
                  </a:lnTo>
                  <a:lnTo>
                    <a:pt x="288" y="588"/>
                  </a:lnTo>
                  <a:lnTo>
                    <a:pt x="288" y="516"/>
                  </a:lnTo>
                  <a:close/>
                  <a:moveTo>
                    <a:pt x="288" y="370"/>
                  </a:moveTo>
                  <a:lnTo>
                    <a:pt x="360" y="370"/>
                  </a:lnTo>
                  <a:lnTo>
                    <a:pt x="360" y="442"/>
                  </a:lnTo>
                  <a:lnTo>
                    <a:pt x="288" y="442"/>
                  </a:lnTo>
                  <a:lnTo>
                    <a:pt x="288" y="370"/>
                  </a:lnTo>
                  <a:close/>
                  <a:moveTo>
                    <a:pt x="173" y="1252"/>
                  </a:moveTo>
                  <a:lnTo>
                    <a:pt x="245" y="1252"/>
                  </a:lnTo>
                  <a:lnTo>
                    <a:pt x="245" y="1324"/>
                  </a:lnTo>
                  <a:lnTo>
                    <a:pt x="173" y="1324"/>
                  </a:lnTo>
                  <a:lnTo>
                    <a:pt x="173" y="1252"/>
                  </a:lnTo>
                  <a:close/>
                  <a:moveTo>
                    <a:pt x="173" y="1104"/>
                  </a:moveTo>
                  <a:lnTo>
                    <a:pt x="245" y="1104"/>
                  </a:lnTo>
                  <a:lnTo>
                    <a:pt x="245" y="1176"/>
                  </a:lnTo>
                  <a:lnTo>
                    <a:pt x="173" y="1176"/>
                  </a:lnTo>
                  <a:lnTo>
                    <a:pt x="173" y="1104"/>
                  </a:lnTo>
                  <a:close/>
                  <a:moveTo>
                    <a:pt x="173" y="811"/>
                  </a:moveTo>
                  <a:lnTo>
                    <a:pt x="245" y="811"/>
                  </a:lnTo>
                  <a:lnTo>
                    <a:pt x="245" y="883"/>
                  </a:lnTo>
                  <a:lnTo>
                    <a:pt x="173" y="883"/>
                  </a:lnTo>
                  <a:lnTo>
                    <a:pt x="173" y="811"/>
                  </a:lnTo>
                  <a:close/>
                  <a:moveTo>
                    <a:pt x="173" y="662"/>
                  </a:moveTo>
                  <a:lnTo>
                    <a:pt x="245" y="662"/>
                  </a:lnTo>
                  <a:lnTo>
                    <a:pt x="245" y="734"/>
                  </a:lnTo>
                  <a:lnTo>
                    <a:pt x="173" y="734"/>
                  </a:lnTo>
                  <a:lnTo>
                    <a:pt x="173" y="662"/>
                  </a:lnTo>
                  <a:close/>
                  <a:moveTo>
                    <a:pt x="173" y="516"/>
                  </a:moveTo>
                  <a:lnTo>
                    <a:pt x="245" y="516"/>
                  </a:lnTo>
                  <a:lnTo>
                    <a:pt x="245" y="588"/>
                  </a:lnTo>
                  <a:lnTo>
                    <a:pt x="173" y="588"/>
                  </a:lnTo>
                  <a:lnTo>
                    <a:pt x="173" y="516"/>
                  </a:lnTo>
                  <a:close/>
                  <a:moveTo>
                    <a:pt x="173" y="370"/>
                  </a:moveTo>
                  <a:lnTo>
                    <a:pt x="245" y="370"/>
                  </a:lnTo>
                  <a:lnTo>
                    <a:pt x="245" y="442"/>
                  </a:lnTo>
                  <a:lnTo>
                    <a:pt x="173" y="442"/>
                  </a:lnTo>
                  <a:lnTo>
                    <a:pt x="173" y="370"/>
                  </a:lnTo>
                  <a:close/>
                  <a:moveTo>
                    <a:pt x="60" y="1252"/>
                  </a:moveTo>
                  <a:lnTo>
                    <a:pt x="132" y="1252"/>
                  </a:lnTo>
                  <a:lnTo>
                    <a:pt x="132" y="1324"/>
                  </a:lnTo>
                  <a:lnTo>
                    <a:pt x="60" y="1324"/>
                  </a:lnTo>
                  <a:lnTo>
                    <a:pt x="60" y="1252"/>
                  </a:lnTo>
                  <a:close/>
                  <a:moveTo>
                    <a:pt x="60" y="1104"/>
                  </a:moveTo>
                  <a:lnTo>
                    <a:pt x="132" y="1104"/>
                  </a:lnTo>
                  <a:lnTo>
                    <a:pt x="132" y="1176"/>
                  </a:lnTo>
                  <a:lnTo>
                    <a:pt x="60" y="1176"/>
                  </a:lnTo>
                  <a:lnTo>
                    <a:pt x="60" y="1104"/>
                  </a:lnTo>
                  <a:close/>
                  <a:moveTo>
                    <a:pt x="60" y="957"/>
                  </a:moveTo>
                  <a:lnTo>
                    <a:pt x="132" y="957"/>
                  </a:lnTo>
                  <a:lnTo>
                    <a:pt x="132" y="1029"/>
                  </a:lnTo>
                  <a:lnTo>
                    <a:pt x="60" y="1029"/>
                  </a:lnTo>
                  <a:lnTo>
                    <a:pt x="60" y="957"/>
                  </a:lnTo>
                  <a:close/>
                  <a:moveTo>
                    <a:pt x="60" y="811"/>
                  </a:moveTo>
                  <a:lnTo>
                    <a:pt x="132" y="811"/>
                  </a:lnTo>
                  <a:lnTo>
                    <a:pt x="132" y="883"/>
                  </a:lnTo>
                  <a:lnTo>
                    <a:pt x="60" y="883"/>
                  </a:lnTo>
                  <a:lnTo>
                    <a:pt x="60" y="811"/>
                  </a:lnTo>
                  <a:close/>
                  <a:moveTo>
                    <a:pt x="60" y="516"/>
                  </a:moveTo>
                  <a:lnTo>
                    <a:pt x="132" y="516"/>
                  </a:lnTo>
                  <a:lnTo>
                    <a:pt x="132" y="588"/>
                  </a:lnTo>
                  <a:lnTo>
                    <a:pt x="60" y="588"/>
                  </a:lnTo>
                  <a:lnTo>
                    <a:pt x="60" y="5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  <p:sp>
          <p:nvSpPr>
            <p:cNvPr id="54" name="í$ḷiďe"/>
            <p:cNvSpPr/>
            <p:nvPr/>
          </p:nvSpPr>
          <p:spPr bwMode="auto">
            <a:xfrm>
              <a:off x="5907088" y="4092575"/>
              <a:ext cx="846138" cy="2030413"/>
            </a:xfrm>
            <a:custGeom>
              <a:avLst/>
              <a:gdLst>
                <a:gd name="T0" fmla="*/ 0 w 533"/>
                <a:gd name="T1" fmla="*/ 224 h 1279"/>
                <a:gd name="T2" fmla="*/ 0 w 533"/>
                <a:gd name="T3" fmla="*/ 1279 h 1279"/>
                <a:gd name="T4" fmla="*/ 533 w 533"/>
                <a:gd name="T5" fmla="*/ 1279 h 1279"/>
                <a:gd name="T6" fmla="*/ 533 w 533"/>
                <a:gd name="T7" fmla="*/ 224 h 1279"/>
                <a:gd name="T8" fmla="*/ 451 w 533"/>
                <a:gd name="T9" fmla="*/ 224 h 1279"/>
                <a:gd name="T10" fmla="*/ 451 w 533"/>
                <a:gd name="T11" fmla="*/ 116 h 1279"/>
                <a:gd name="T12" fmla="*/ 82 w 533"/>
                <a:gd name="T13" fmla="*/ 0 h 1279"/>
                <a:gd name="T14" fmla="*/ 82 w 533"/>
                <a:gd name="T15" fmla="*/ 224 h 1279"/>
                <a:gd name="T16" fmla="*/ 0 w 533"/>
                <a:gd name="T17" fmla="*/ 224 h 1279"/>
                <a:gd name="T18" fmla="*/ 324 w 533"/>
                <a:gd name="T19" fmla="*/ 792 h 1279"/>
                <a:gd name="T20" fmla="*/ 432 w 533"/>
                <a:gd name="T21" fmla="*/ 792 h 1279"/>
                <a:gd name="T22" fmla="*/ 432 w 533"/>
                <a:gd name="T23" fmla="*/ 900 h 1279"/>
                <a:gd name="T24" fmla="*/ 324 w 533"/>
                <a:gd name="T25" fmla="*/ 900 h 1279"/>
                <a:gd name="T26" fmla="*/ 324 w 533"/>
                <a:gd name="T27" fmla="*/ 792 h 1279"/>
                <a:gd name="T28" fmla="*/ 324 w 533"/>
                <a:gd name="T29" fmla="*/ 574 h 1279"/>
                <a:gd name="T30" fmla="*/ 432 w 533"/>
                <a:gd name="T31" fmla="*/ 574 h 1279"/>
                <a:gd name="T32" fmla="*/ 432 w 533"/>
                <a:gd name="T33" fmla="*/ 682 h 1279"/>
                <a:gd name="T34" fmla="*/ 324 w 533"/>
                <a:gd name="T35" fmla="*/ 682 h 1279"/>
                <a:gd name="T36" fmla="*/ 324 w 533"/>
                <a:gd name="T37" fmla="*/ 574 h 1279"/>
                <a:gd name="T38" fmla="*/ 324 w 533"/>
                <a:gd name="T39" fmla="*/ 355 h 1279"/>
                <a:gd name="T40" fmla="*/ 432 w 533"/>
                <a:gd name="T41" fmla="*/ 355 h 1279"/>
                <a:gd name="T42" fmla="*/ 432 w 533"/>
                <a:gd name="T43" fmla="*/ 463 h 1279"/>
                <a:gd name="T44" fmla="*/ 324 w 533"/>
                <a:gd name="T45" fmla="*/ 463 h 1279"/>
                <a:gd name="T46" fmla="*/ 324 w 533"/>
                <a:gd name="T47" fmla="*/ 355 h 1279"/>
                <a:gd name="T48" fmla="*/ 101 w 533"/>
                <a:gd name="T49" fmla="*/ 792 h 1279"/>
                <a:gd name="T50" fmla="*/ 209 w 533"/>
                <a:gd name="T51" fmla="*/ 792 h 1279"/>
                <a:gd name="T52" fmla="*/ 209 w 533"/>
                <a:gd name="T53" fmla="*/ 900 h 1279"/>
                <a:gd name="T54" fmla="*/ 101 w 533"/>
                <a:gd name="T55" fmla="*/ 900 h 1279"/>
                <a:gd name="T56" fmla="*/ 101 w 533"/>
                <a:gd name="T57" fmla="*/ 792 h 1279"/>
                <a:gd name="T58" fmla="*/ 101 w 533"/>
                <a:gd name="T59" fmla="*/ 574 h 1279"/>
                <a:gd name="T60" fmla="*/ 209 w 533"/>
                <a:gd name="T61" fmla="*/ 574 h 1279"/>
                <a:gd name="T62" fmla="*/ 209 w 533"/>
                <a:gd name="T63" fmla="*/ 682 h 1279"/>
                <a:gd name="T64" fmla="*/ 101 w 533"/>
                <a:gd name="T65" fmla="*/ 682 h 1279"/>
                <a:gd name="T66" fmla="*/ 101 w 533"/>
                <a:gd name="T67" fmla="*/ 574 h 1279"/>
                <a:gd name="T68" fmla="*/ 101 w 533"/>
                <a:gd name="T69" fmla="*/ 355 h 1279"/>
                <a:gd name="T70" fmla="*/ 209 w 533"/>
                <a:gd name="T71" fmla="*/ 355 h 1279"/>
                <a:gd name="T72" fmla="*/ 209 w 533"/>
                <a:gd name="T73" fmla="*/ 463 h 1279"/>
                <a:gd name="T74" fmla="*/ 101 w 533"/>
                <a:gd name="T75" fmla="*/ 463 h 1279"/>
                <a:gd name="T76" fmla="*/ 101 w 533"/>
                <a:gd name="T77" fmla="*/ 355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33" h="1279">
                  <a:moveTo>
                    <a:pt x="0" y="224"/>
                  </a:moveTo>
                  <a:lnTo>
                    <a:pt x="0" y="1279"/>
                  </a:lnTo>
                  <a:lnTo>
                    <a:pt x="533" y="1279"/>
                  </a:lnTo>
                  <a:lnTo>
                    <a:pt x="533" y="224"/>
                  </a:lnTo>
                  <a:lnTo>
                    <a:pt x="451" y="224"/>
                  </a:lnTo>
                  <a:lnTo>
                    <a:pt x="451" y="116"/>
                  </a:lnTo>
                  <a:lnTo>
                    <a:pt x="82" y="0"/>
                  </a:lnTo>
                  <a:lnTo>
                    <a:pt x="82" y="224"/>
                  </a:lnTo>
                  <a:lnTo>
                    <a:pt x="0" y="224"/>
                  </a:lnTo>
                  <a:close/>
                  <a:moveTo>
                    <a:pt x="324" y="792"/>
                  </a:moveTo>
                  <a:lnTo>
                    <a:pt x="432" y="792"/>
                  </a:lnTo>
                  <a:lnTo>
                    <a:pt x="432" y="900"/>
                  </a:lnTo>
                  <a:lnTo>
                    <a:pt x="324" y="900"/>
                  </a:lnTo>
                  <a:lnTo>
                    <a:pt x="324" y="792"/>
                  </a:lnTo>
                  <a:close/>
                  <a:moveTo>
                    <a:pt x="324" y="574"/>
                  </a:moveTo>
                  <a:lnTo>
                    <a:pt x="432" y="574"/>
                  </a:lnTo>
                  <a:lnTo>
                    <a:pt x="432" y="682"/>
                  </a:lnTo>
                  <a:lnTo>
                    <a:pt x="324" y="682"/>
                  </a:lnTo>
                  <a:lnTo>
                    <a:pt x="324" y="574"/>
                  </a:lnTo>
                  <a:close/>
                  <a:moveTo>
                    <a:pt x="324" y="355"/>
                  </a:moveTo>
                  <a:lnTo>
                    <a:pt x="432" y="355"/>
                  </a:lnTo>
                  <a:lnTo>
                    <a:pt x="432" y="463"/>
                  </a:lnTo>
                  <a:lnTo>
                    <a:pt x="324" y="463"/>
                  </a:lnTo>
                  <a:lnTo>
                    <a:pt x="324" y="355"/>
                  </a:lnTo>
                  <a:close/>
                  <a:moveTo>
                    <a:pt x="101" y="792"/>
                  </a:moveTo>
                  <a:lnTo>
                    <a:pt x="209" y="792"/>
                  </a:lnTo>
                  <a:lnTo>
                    <a:pt x="209" y="900"/>
                  </a:lnTo>
                  <a:lnTo>
                    <a:pt x="101" y="900"/>
                  </a:lnTo>
                  <a:lnTo>
                    <a:pt x="101" y="792"/>
                  </a:lnTo>
                  <a:close/>
                  <a:moveTo>
                    <a:pt x="101" y="574"/>
                  </a:moveTo>
                  <a:lnTo>
                    <a:pt x="209" y="574"/>
                  </a:lnTo>
                  <a:lnTo>
                    <a:pt x="209" y="682"/>
                  </a:lnTo>
                  <a:lnTo>
                    <a:pt x="101" y="682"/>
                  </a:lnTo>
                  <a:lnTo>
                    <a:pt x="101" y="574"/>
                  </a:lnTo>
                  <a:close/>
                  <a:moveTo>
                    <a:pt x="101" y="355"/>
                  </a:moveTo>
                  <a:lnTo>
                    <a:pt x="209" y="355"/>
                  </a:lnTo>
                  <a:lnTo>
                    <a:pt x="209" y="463"/>
                  </a:lnTo>
                  <a:lnTo>
                    <a:pt x="101" y="463"/>
                  </a:lnTo>
                  <a:lnTo>
                    <a:pt x="101" y="3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endParaRPr lang="ru-RU"/>
            </a:p>
          </p:txBody>
        </p:sp>
      </p:grpSp>
      <p:pic>
        <p:nvPicPr>
          <p:cNvPr id="63" name="图片 6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016" y="2681513"/>
            <a:ext cx="7854120" cy="3212635"/>
          </a:xfrm>
          <a:prstGeom prst="rect">
            <a:avLst/>
          </a:prstGeom>
        </p:spPr>
      </p:pic>
      <p:sp>
        <p:nvSpPr>
          <p:cNvPr id="41" name="îslîḋê"/>
          <p:cNvSpPr/>
          <p:nvPr userDrawn="1"/>
        </p:nvSpPr>
        <p:spPr bwMode="auto">
          <a:xfrm>
            <a:off x="4762" y="5042646"/>
            <a:ext cx="12187237" cy="1807323"/>
          </a:xfrm>
          <a:custGeom>
            <a:avLst/>
            <a:gdLst>
              <a:gd name="T0" fmla="*/ 0 w 3200"/>
              <a:gd name="T1" fmla="*/ 129 h 391"/>
              <a:gd name="T2" fmla="*/ 3200 w 3200"/>
              <a:gd name="T3" fmla="*/ 0 h 391"/>
              <a:gd name="T4" fmla="*/ 3200 w 3200"/>
              <a:gd name="T5" fmla="*/ 268 h 391"/>
              <a:gd name="T6" fmla="*/ 0 w 3200"/>
              <a:gd name="T7" fmla="*/ 264 h 391"/>
              <a:gd name="T8" fmla="*/ 0 w 3200"/>
              <a:gd name="T9" fmla="*/ 129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391">
                <a:moveTo>
                  <a:pt x="0" y="129"/>
                </a:moveTo>
                <a:cubicBezTo>
                  <a:pt x="217" y="129"/>
                  <a:pt x="2396" y="272"/>
                  <a:pt x="3200" y="0"/>
                </a:cubicBezTo>
                <a:cubicBezTo>
                  <a:pt x="3200" y="391"/>
                  <a:pt x="3200" y="268"/>
                  <a:pt x="3200" y="268"/>
                </a:cubicBezTo>
                <a:cubicBezTo>
                  <a:pt x="0" y="264"/>
                  <a:pt x="0" y="264"/>
                  <a:pt x="0" y="264"/>
                </a:cubicBezTo>
                <a:lnTo>
                  <a:pt x="0" y="12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  <p:sp>
        <p:nvSpPr>
          <p:cNvPr id="42" name="iṥliḍè"/>
          <p:cNvSpPr/>
          <p:nvPr userDrawn="1"/>
        </p:nvSpPr>
        <p:spPr bwMode="auto">
          <a:xfrm>
            <a:off x="4762" y="4796935"/>
            <a:ext cx="12187237" cy="2066481"/>
          </a:xfrm>
          <a:custGeom>
            <a:avLst/>
            <a:gdLst>
              <a:gd name="T0" fmla="*/ 3200 w 3200"/>
              <a:gd name="T1" fmla="*/ 331 h 465"/>
              <a:gd name="T2" fmla="*/ 0 w 3200"/>
              <a:gd name="T3" fmla="*/ 0 h 465"/>
              <a:gd name="T4" fmla="*/ 0 w 3200"/>
              <a:gd name="T5" fmla="*/ 465 h 465"/>
              <a:gd name="T6" fmla="*/ 3200 w 3200"/>
              <a:gd name="T7" fmla="*/ 465 h 465"/>
              <a:gd name="T8" fmla="*/ 3200 w 3200"/>
              <a:gd name="T9" fmla="*/ 331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465">
                <a:moveTo>
                  <a:pt x="3200" y="331"/>
                </a:moveTo>
                <a:cubicBezTo>
                  <a:pt x="2983" y="331"/>
                  <a:pt x="804" y="273"/>
                  <a:pt x="0" y="0"/>
                </a:cubicBezTo>
                <a:cubicBezTo>
                  <a:pt x="0" y="392"/>
                  <a:pt x="0" y="465"/>
                  <a:pt x="0" y="465"/>
                </a:cubicBezTo>
                <a:cubicBezTo>
                  <a:pt x="3200" y="465"/>
                  <a:pt x="3200" y="465"/>
                  <a:pt x="3200" y="465"/>
                </a:cubicBezTo>
                <a:lnTo>
                  <a:pt x="3200" y="331"/>
                </a:lnTo>
                <a:close/>
              </a:path>
            </a:pathLst>
          </a:custGeom>
          <a:solidFill>
            <a:srgbClr val="1E437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A025F-33B2-434B-885A-8BF7F72708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651ED-F004-41EA-9B08-A5F1C91CF2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0.xml"/><Relationship Id="rId14" Type="http://schemas.openxmlformats.org/officeDocument/2006/relationships/image" Target="../media/image7.png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6.png"/><Relationship Id="rId7" Type="http://schemas.openxmlformats.org/officeDocument/2006/relationships/image" Target="../media/image14.png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tags" Target="../tags/tag16.xml"/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11" name="文本占位符 7"/>
          <p:cNvSpPr txBox="1"/>
          <p:nvPr/>
        </p:nvSpPr>
        <p:spPr>
          <a:xfrm>
            <a:off x="1898975" y="2589082"/>
            <a:ext cx="8505372" cy="4212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SOUTHWEST  JIAOTONG  UNIVERSITY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占位符 5"/>
          <p:cNvSpPr txBox="1"/>
          <p:nvPr/>
        </p:nvSpPr>
        <p:spPr>
          <a:xfrm>
            <a:off x="6276534" y="322902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9B4D7"/>
              </a:gs>
              <a:gs pos="100000">
                <a:srgbClr val="89CE56"/>
              </a:gs>
            </a:gsLst>
            <a:lin ang="0" scaled="0"/>
          </a:gra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mtClean="0">
                <a:solidFill>
                  <a:schemeClr val="bg1"/>
                </a:solidFill>
                <a:cs typeface="+mn-ea"/>
                <a:sym typeface="+mn-lt"/>
              </a:rPr>
              <a:t>时间：</a:t>
            </a:r>
            <a:r>
              <a:rPr lang="en-US" altLang="zh-CN" smtClean="0">
                <a:solidFill>
                  <a:schemeClr val="bg1"/>
                </a:solidFill>
                <a:cs typeface="+mn-ea"/>
                <a:sym typeface="+mn-lt"/>
              </a:rPr>
              <a:t>3.19</a:t>
            </a:r>
            <a:endParaRPr lang="en-US" altLang="zh-CN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占位符 8"/>
          <p:cNvSpPr txBox="1"/>
          <p:nvPr/>
        </p:nvSpPr>
        <p:spPr>
          <a:xfrm>
            <a:off x="4028658" y="322902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9B4D7"/>
              </a:gs>
              <a:gs pos="100000">
                <a:srgbClr val="89CE56"/>
              </a:gs>
            </a:gsLst>
            <a:lin ang="0" scaled="0"/>
          </a:gra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 smtClean="0">
                <a:solidFill>
                  <a:schemeClr val="bg1"/>
                </a:solidFill>
                <a:cs typeface="+mn-ea"/>
                <a:sym typeface="+mn-lt"/>
              </a:rPr>
              <a:t>汇报人：</a:t>
            </a:r>
            <a:r>
              <a:rPr lang="zh-CN" altLang="en-US" dirty="0" smtClean="0">
                <a:solidFill>
                  <a:schemeClr val="bg1"/>
                </a:solidFill>
                <a:cs typeface="+mn-ea"/>
                <a:sym typeface="+mn-lt"/>
              </a:rPr>
              <a:t>李雨轩</a:t>
            </a:r>
            <a:endParaRPr lang="zh-CN" altLang="en-US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335" y="594193"/>
            <a:ext cx="2434654" cy="68635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78680" y="1196340"/>
            <a:ext cx="3575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第一次组会汇报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60215" y="1910080"/>
            <a:ext cx="5303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/>
              <a:t>DLCCZNN</a:t>
            </a:r>
            <a:r>
              <a:rPr lang="zh-CN" altLang="en-US" sz="2400" b="1" i="1"/>
              <a:t>向</a:t>
            </a:r>
            <a:r>
              <a:rPr lang="en-US" altLang="zh-CN" sz="2400" b="1" i="1"/>
              <a:t>drif-free</a:t>
            </a:r>
            <a:r>
              <a:rPr lang="zh-CN" altLang="en-US" sz="2400" b="1" i="1"/>
              <a:t>的迈进</a:t>
            </a:r>
            <a:endParaRPr lang="zh-CN" altLang="en-US" sz="2400" b="1"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6" r="16814" b="7602"/>
          <a:stretch>
            <a:fillRect/>
          </a:stretch>
        </p:blipFill>
        <p:spPr>
          <a:xfrm>
            <a:off x="6768587" y="1416376"/>
            <a:ext cx="4534054" cy="4505495"/>
          </a:xfrm>
          <a:prstGeom prst="rect">
            <a:avLst/>
          </a:prstGeom>
        </p:spPr>
      </p:pic>
      <p:sp>
        <p:nvSpPr>
          <p:cNvPr id="16" name="任意多边形: 形状 70"/>
          <p:cNvSpPr/>
          <p:nvPr/>
        </p:nvSpPr>
        <p:spPr>
          <a:xfrm>
            <a:off x="8639428" y="967415"/>
            <a:ext cx="2883927" cy="987973"/>
          </a:xfrm>
          <a:custGeom>
            <a:avLst/>
            <a:gdLst>
              <a:gd name="connsiteX0" fmla="*/ 87352 w 2883927"/>
              <a:gd name="connsiteY0" fmla="*/ 758835 h 987973"/>
              <a:gd name="connsiteX1" fmla="*/ 27309 w 2883927"/>
              <a:gd name="connsiteY1" fmla="*/ 869043 h 987973"/>
              <a:gd name="connsiteX2" fmla="*/ 225278 w 2883927"/>
              <a:gd name="connsiteY2" fmla="*/ 908874 h 987973"/>
              <a:gd name="connsiteX3" fmla="*/ 0 w 2883927"/>
              <a:gd name="connsiteY3" fmla="*/ 0 h 987973"/>
              <a:gd name="connsiteX4" fmla="*/ 2883927 w 2883927"/>
              <a:gd name="connsiteY4" fmla="*/ 0 h 987973"/>
              <a:gd name="connsiteX5" fmla="*/ 2883927 w 2883927"/>
              <a:gd name="connsiteY5" fmla="*/ 987973 h 987973"/>
              <a:gd name="connsiteX6" fmla="*/ 367180 w 2883927"/>
              <a:gd name="connsiteY6" fmla="*/ 987973 h 987973"/>
              <a:gd name="connsiteX7" fmla="*/ 377728 w 2883927"/>
              <a:gd name="connsiteY7" fmla="*/ 935599 h 987973"/>
              <a:gd name="connsiteX8" fmla="*/ 274668 w 2883927"/>
              <a:gd name="connsiteY8" fmla="*/ 987973 h 987973"/>
              <a:gd name="connsiteX9" fmla="*/ 0 w 2883927"/>
              <a:gd name="connsiteY9" fmla="*/ 987973 h 987973"/>
              <a:gd name="connsiteX10" fmla="*/ 0 w 2883927"/>
              <a:gd name="connsiteY10" fmla="*/ 626540 h 987973"/>
              <a:gd name="connsiteX11" fmla="*/ 102928 w 2883927"/>
              <a:gd name="connsiteY11" fmla="*/ 665208 h 987973"/>
              <a:gd name="connsiteX12" fmla="*/ 71416 w 2883927"/>
              <a:gd name="connsiteY12" fmla="*/ 477369 h 987973"/>
              <a:gd name="connsiteX13" fmla="*/ 0 w 2883927"/>
              <a:gd name="connsiteY13" fmla="*/ 535813 h 9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83927" h="987973">
                <a:moveTo>
                  <a:pt x="87352" y="758835"/>
                </a:moveTo>
                <a:lnTo>
                  <a:pt x="27309" y="869043"/>
                </a:lnTo>
                <a:lnTo>
                  <a:pt x="225278" y="908874"/>
                </a:lnTo>
                <a:close/>
                <a:moveTo>
                  <a:pt x="0" y="0"/>
                </a:moveTo>
                <a:lnTo>
                  <a:pt x="2883927" y="0"/>
                </a:lnTo>
                <a:lnTo>
                  <a:pt x="2883927" y="987973"/>
                </a:lnTo>
                <a:lnTo>
                  <a:pt x="367180" y="987973"/>
                </a:lnTo>
                <a:lnTo>
                  <a:pt x="377728" y="935599"/>
                </a:lnTo>
                <a:lnTo>
                  <a:pt x="274668" y="987973"/>
                </a:lnTo>
                <a:lnTo>
                  <a:pt x="0" y="987973"/>
                </a:lnTo>
                <a:lnTo>
                  <a:pt x="0" y="626540"/>
                </a:lnTo>
                <a:lnTo>
                  <a:pt x="102928" y="665208"/>
                </a:lnTo>
                <a:lnTo>
                  <a:pt x="71416" y="477369"/>
                </a:lnTo>
                <a:lnTo>
                  <a:pt x="0" y="535813"/>
                </a:lnTo>
                <a:close/>
              </a:path>
            </a:pathLst>
          </a:custGeom>
          <a:gradFill>
            <a:gsLst>
              <a:gs pos="0">
                <a:srgbClr val="59B4D7"/>
              </a:gs>
              <a:gs pos="100000">
                <a:srgbClr val="89CE56"/>
              </a:gs>
            </a:gsLst>
            <a:lin ang="0" scaled="0"/>
          </a:gradFill>
          <a:ln>
            <a:noFill/>
          </a:ln>
          <a:effectLst>
            <a:outerShdw blurRad="165100" dist="114300" dir="2700000" algn="tl" rotWithShape="0">
              <a:schemeClr val="tx1">
                <a:alpha val="3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>
            <p:custDataLst>
              <p:tags r:id="rId2"/>
            </p:custDataLst>
          </p:nvPr>
        </p:nvGrpSpPr>
        <p:grpSpPr>
          <a:xfrm>
            <a:off x="1529998" y="1530276"/>
            <a:ext cx="3965695" cy="461665"/>
            <a:chOff x="9811523" y="1521362"/>
            <a:chExt cx="3965695" cy="461665"/>
          </a:xfrm>
        </p:grpSpPr>
        <p:sp>
          <p:nvSpPr>
            <p:cNvPr id="28" name="文本框 27"/>
            <p:cNvSpPr txBox="1"/>
            <p:nvPr>
              <p:custDataLst>
                <p:tags r:id="rId3"/>
              </p:custDataLst>
            </p:nvPr>
          </p:nvSpPr>
          <p:spPr>
            <a:xfrm>
              <a:off x="9811523" y="1521362"/>
              <a:ext cx="13994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1E437A"/>
                  </a:solidFill>
                  <a:cs typeface="+mn-ea"/>
                  <a:sym typeface="+mn-lt"/>
                </a:rPr>
                <a:t>PART</a:t>
              </a:r>
              <a:r>
                <a:rPr lang="en-US" altLang="zh-CN" sz="2400" dirty="0">
                  <a:cs typeface="+mn-ea"/>
                  <a:sym typeface="+mn-lt"/>
                </a:rPr>
                <a:t> 01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4"/>
              </p:custDataLst>
            </p:nvPr>
          </p:nvSpPr>
          <p:spPr>
            <a:xfrm>
              <a:off x="11172448" y="1521362"/>
              <a:ext cx="260477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spc="200" dirty="0" smtClean="0">
                  <a:cs typeface="+mn-ea"/>
                  <a:sym typeface="+mn-lt"/>
                </a:rPr>
                <a:t>什么是</a:t>
              </a:r>
              <a:r>
                <a:rPr lang="en-US" altLang="zh-CN" sz="2400" spc="200" dirty="0" smtClean="0">
                  <a:cs typeface="+mn-ea"/>
                  <a:sym typeface="+mn-lt"/>
                </a:rPr>
                <a:t>Drif-</a:t>
              </a:r>
              <a:r>
                <a:rPr lang="en-US" altLang="zh-CN" sz="2400" spc="200" dirty="0" smtClean="0">
                  <a:cs typeface="+mn-ea"/>
                  <a:sym typeface="+mn-lt"/>
                </a:rPr>
                <a:t>Free</a:t>
              </a:r>
              <a:endParaRPr lang="en-US" altLang="zh-CN" sz="2400" spc="200" dirty="0" smtClean="0">
                <a:cs typeface="+mn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5"/>
            </p:custDataLst>
          </p:nvPr>
        </p:nvGrpSpPr>
        <p:grpSpPr>
          <a:xfrm>
            <a:off x="1529998" y="2730533"/>
            <a:ext cx="3839330" cy="461665"/>
            <a:chOff x="7265378" y="2802301"/>
            <a:chExt cx="3839330" cy="461665"/>
          </a:xfrm>
        </p:grpSpPr>
        <p:sp>
          <p:nvSpPr>
            <p:cNvPr id="32" name="文本框 31"/>
            <p:cNvSpPr txBox="1"/>
            <p:nvPr>
              <p:custDataLst>
                <p:tags r:id="rId6"/>
              </p:custDataLst>
            </p:nvPr>
          </p:nvSpPr>
          <p:spPr>
            <a:xfrm>
              <a:off x="7265378" y="2802301"/>
              <a:ext cx="13994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1E437A"/>
                  </a:solidFill>
                  <a:cs typeface="+mn-ea"/>
                  <a:sym typeface="+mn-lt"/>
                </a:rPr>
                <a:t>PART</a:t>
              </a:r>
              <a:r>
                <a:rPr lang="en-US" altLang="zh-CN" sz="2400" dirty="0">
                  <a:cs typeface="+mn-ea"/>
                  <a:sym typeface="+mn-lt"/>
                </a:rPr>
                <a:t> 02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7"/>
              </p:custDataLst>
            </p:nvPr>
          </p:nvSpPr>
          <p:spPr>
            <a:xfrm>
              <a:off x="8626303" y="2802301"/>
              <a:ext cx="247840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spc="200" dirty="0">
                  <a:cs typeface="+mn-ea"/>
                  <a:sym typeface="+mn-lt"/>
                </a:rPr>
                <a:t>Dual-N-N</a:t>
              </a:r>
              <a:r>
                <a:rPr lang="zh-CN" altLang="en-US" sz="2400" spc="200" dirty="0">
                  <a:cs typeface="+mn-ea"/>
                  <a:sym typeface="+mn-lt"/>
                </a:rPr>
                <a:t>与</a:t>
              </a:r>
              <a:r>
                <a:rPr lang="en-US" altLang="zh-CN" sz="2400" spc="200" dirty="0">
                  <a:cs typeface="+mn-ea"/>
                  <a:sym typeface="+mn-lt"/>
                </a:rPr>
                <a:t>QP</a:t>
              </a:r>
              <a:endParaRPr lang="en-US" altLang="zh-CN" sz="2400" spc="200" dirty="0"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8"/>
            </p:custDataLst>
          </p:nvPr>
        </p:nvGrpSpPr>
        <p:grpSpPr>
          <a:xfrm>
            <a:off x="1529998" y="3930790"/>
            <a:ext cx="3067805" cy="461665"/>
            <a:chOff x="7265378" y="4083240"/>
            <a:chExt cx="3067805" cy="461665"/>
          </a:xfrm>
        </p:grpSpPr>
        <p:sp>
          <p:nvSpPr>
            <p:cNvPr id="36" name="文本框 35"/>
            <p:cNvSpPr txBox="1"/>
            <p:nvPr>
              <p:custDataLst>
                <p:tags r:id="rId9"/>
              </p:custDataLst>
            </p:nvPr>
          </p:nvSpPr>
          <p:spPr>
            <a:xfrm>
              <a:off x="7265378" y="4083240"/>
              <a:ext cx="13994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1E437A"/>
                  </a:solidFill>
                  <a:cs typeface="+mn-ea"/>
                  <a:sym typeface="+mn-lt"/>
                </a:rPr>
                <a:t>PART</a:t>
              </a:r>
              <a:r>
                <a:rPr lang="en-US" altLang="zh-CN" sz="2400" dirty="0">
                  <a:cs typeface="+mn-ea"/>
                  <a:sym typeface="+mn-lt"/>
                </a:rPr>
                <a:t> 03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10"/>
              </p:custDataLst>
            </p:nvPr>
          </p:nvSpPr>
          <p:spPr>
            <a:xfrm>
              <a:off x="8626303" y="4083240"/>
              <a:ext cx="17068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spc="200" dirty="0">
                  <a:cs typeface="+mn-ea"/>
                  <a:sym typeface="+mn-lt"/>
                </a:rPr>
                <a:t>ZNN</a:t>
              </a:r>
              <a:r>
                <a:rPr lang="zh-CN" altLang="en-US" sz="2400" spc="200" dirty="0">
                  <a:cs typeface="+mn-ea"/>
                  <a:sym typeface="+mn-lt"/>
                </a:rPr>
                <a:t>与</a:t>
              </a:r>
              <a:r>
                <a:rPr lang="en-US" altLang="zh-CN" sz="2400" spc="200" dirty="0">
                  <a:cs typeface="+mn-ea"/>
                  <a:sym typeface="+mn-lt"/>
                </a:rPr>
                <a:t>QP</a:t>
              </a:r>
              <a:endParaRPr lang="en-US" altLang="zh-CN" sz="2400" spc="200" dirty="0"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11"/>
            </p:custDataLst>
          </p:nvPr>
        </p:nvGrpSpPr>
        <p:grpSpPr>
          <a:xfrm>
            <a:off x="1529998" y="5131047"/>
            <a:ext cx="5160130" cy="461665"/>
            <a:chOff x="7265378" y="5364179"/>
            <a:chExt cx="5160130" cy="461665"/>
          </a:xfrm>
        </p:grpSpPr>
        <p:sp>
          <p:nvSpPr>
            <p:cNvPr id="40" name="文本框 39"/>
            <p:cNvSpPr txBox="1"/>
            <p:nvPr>
              <p:custDataLst>
                <p:tags r:id="rId12"/>
              </p:custDataLst>
            </p:nvPr>
          </p:nvSpPr>
          <p:spPr>
            <a:xfrm>
              <a:off x="7265378" y="5364179"/>
              <a:ext cx="13994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1E437A"/>
                  </a:solidFill>
                  <a:cs typeface="+mn-ea"/>
                  <a:sym typeface="+mn-lt"/>
                </a:rPr>
                <a:t>PART</a:t>
              </a:r>
              <a:r>
                <a:rPr lang="en-US" altLang="zh-CN" sz="2400" dirty="0">
                  <a:cs typeface="+mn-ea"/>
                  <a:sym typeface="+mn-lt"/>
                </a:rPr>
                <a:t> 04</a:t>
              </a:r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3"/>
              </p:custDataLst>
            </p:nvPr>
          </p:nvSpPr>
          <p:spPr>
            <a:xfrm>
              <a:off x="8626303" y="5364179"/>
              <a:ext cx="379920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spc="200" dirty="0">
                  <a:cs typeface="+mn-ea"/>
                  <a:sym typeface="+mn-lt"/>
                </a:rPr>
                <a:t>DLCCZNN</a:t>
              </a:r>
              <a:r>
                <a:rPr lang="zh-CN" altLang="en-US" sz="2400" spc="200" dirty="0">
                  <a:cs typeface="+mn-ea"/>
                  <a:sym typeface="+mn-lt"/>
                </a:rPr>
                <a:t>约束方法</a:t>
              </a:r>
              <a:r>
                <a:rPr lang="zh-CN" altLang="en-US" sz="2400" spc="200" dirty="0">
                  <a:cs typeface="+mn-ea"/>
                  <a:sym typeface="+mn-lt"/>
                </a:rPr>
                <a:t>选取</a:t>
              </a:r>
              <a:endParaRPr lang="zh-CN" altLang="en-US" sz="2400" spc="200" dirty="0">
                <a:cs typeface="+mn-ea"/>
                <a:sym typeface="+mn-lt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8696940" y="1138235"/>
            <a:ext cx="2826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spc="100" dirty="0">
                <a:solidFill>
                  <a:schemeClr val="bg1">
                    <a:alpha val="24000"/>
                  </a:schemeClr>
                </a:solidFill>
                <a:cs typeface="+mn-ea"/>
                <a:sym typeface="+mn-lt"/>
              </a:rPr>
              <a:t>CONTENTS</a:t>
            </a:r>
            <a:endParaRPr lang="zh-CN" altLang="en-US" sz="3600" spc="100" dirty="0">
              <a:solidFill>
                <a:schemeClr val="bg1">
                  <a:alpha val="24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0066405" y="1107458"/>
            <a:ext cx="1236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spc="100" dirty="0">
                <a:solidFill>
                  <a:schemeClr val="bg1"/>
                </a:solidFill>
                <a:cs typeface="+mn-ea"/>
                <a:sym typeface="+mn-lt"/>
              </a:rPr>
              <a:t>目录</a:t>
            </a:r>
            <a:endParaRPr lang="zh-CN" altLang="en-US" sz="4000" b="1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91" y="385554"/>
            <a:ext cx="1910413" cy="538564"/>
          </a:xfrm>
          <a:prstGeom prst="rect">
            <a:avLst/>
          </a:prstGeom>
        </p:spPr>
      </p:pic>
      <p:sp>
        <p:nvSpPr>
          <p:cNvPr id="46" name="îslîḋê"/>
          <p:cNvSpPr/>
          <p:nvPr/>
        </p:nvSpPr>
        <p:spPr bwMode="auto">
          <a:xfrm>
            <a:off x="4762" y="6200012"/>
            <a:ext cx="12187237" cy="649957"/>
          </a:xfrm>
          <a:custGeom>
            <a:avLst/>
            <a:gdLst>
              <a:gd name="T0" fmla="*/ 0 w 3200"/>
              <a:gd name="T1" fmla="*/ 129 h 391"/>
              <a:gd name="T2" fmla="*/ 3200 w 3200"/>
              <a:gd name="T3" fmla="*/ 0 h 391"/>
              <a:gd name="T4" fmla="*/ 3200 w 3200"/>
              <a:gd name="T5" fmla="*/ 268 h 391"/>
              <a:gd name="T6" fmla="*/ 0 w 3200"/>
              <a:gd name="T7" fmla="*/ 264 h 391"/>
              <a:gd name="T8" fmla="*/ 0 w 3200"/>
              <a:gd name="T9" fmla="*/ 129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391">
                <a:moveTo>
                  <a:pt x="0" y="129"/>
                </a:moveTo>
                <a:cubicBezTo>
                  <a:pt x="217" y="129"/>
                  <a:pt x="2396" y="272"/>
                  <a:pt x="3200" y="0"/>
                </a:cubicBezTo>
                <a:cubicBezTo>
                  <a:pt x="3200" y="391"/>
                  <a:pt x="3200" y="268"/>
                  <a:pt x="3200" y="268"/>
                </a:cubicBezTo>
                <a:cubicBezTo>
                  <a:pt x="0" y="264"/>
                  <a:pt x="0" y="264"/>
                  <a:pt x="0" y="264"/>
                </a:cubicBezTo>
                <a:lnTo>
                  <a:pt x="0" y="129"/>
                </a:lnTo>
                <a:close/>
              </a:path>
            </a:pathLst>
          </a:custGeom>
          <a:solidFill>
            <a:srgbClr val="89CE5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>
              <a:cs typeface="+mn-ea"/>
              <a:sym typeface="+mn-lt"/>
            </a:endParaRPr>
          </a:p>
        </p:txBody>
      </p:sp>
      <p:sp>
        <p:nvSpPr>
          <p:cNvPr id="47" name="iṥliḍè"/>
          <p:cNvSpPr/>
          <p:nvPr/>
        </p:nvSpPr>
        <p:spPr bwMode="auto">
          <a:xfrm>
            <a:off x="4762" y="6120260"/>
            <a:ext cx="12187237" cy="743156"/>
          </a:xfrm>
          <a:custGeom>
            <a:avLst/>
            <a:gdLst>
              <a:gd name="T0" fmla="*/ 3200 w 3200"/>
              <a:gd name="T1" fmla="*/ 331 h 465"/>
              <a:gd name="T2" fmla="*/ 0 w 3200"/>
              <a:gd name="T3" fmla="*/ 0 h 465"/>
              <a:gd name="T4" fmla="*/ 0 w 3200"/>
              <a:gd name="T5" fmla="*/ 465 h 465"/>
              <a:gd name="T6" fmla="*/ 3200 w 3200"/>
              <a:gd name="T7" fmla="*/ 465 h 465"/>
              <a:gd name="T8" fmla="*/ 3200 w 3200"/>
              <a:gd name="T9" fmla="*/ 331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00" h="465">
                <a:moveTo>
                  <a:pt x="3200" y="331"/>
                </a:moveTo>
                <a:cubicBezTo>
                  <a:pt x="2983" y="331"/>
                  <a:pt x="804" y="273"/>
                  <a:pt x="0" y="0"/>
                </a:cubicBezTo>
                <a:cubicBezTo>
                  <a:pt x="0" y="392"/>
                  <a:pt x="0" y="465"/>
                  <a:pt x="0" y="465"/>
                </a:cubicBezTo>
                <a:cubicBezTo>
                  <a:pt x="3200" y="465"/>
                  <a:pt x="3200" y="465"/>
                  <a:pt x="3200" y="465"/>
                </a:cubicBezTo>
                <a:lnTo>
                  <a:pt x="3200" y="331"/>
                </a:lnTo>
                <a:close/>
              </a:path>
            </a:pathLst>
          </a:custGeom>
          <a:solidFill>
            <a:srgbClr val="1E437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ru-RU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74059" y="134471"/>
            <a:ext cx="81354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pc="200" dirty="0" smtClean="0">
                <a:solidFill>
                  <a:schemeClr val="tx1"/>
                </a:solidFill>
                <a:cs typeface="+mn-ea"/>
                <a:sym typeface="+mn-lt"/>
              </a:rPr>
              <a:t>什么是</a:t>
            </a:r>
            <a:r>
              <a:rPr lang="en-US" altLang="zh-CN" sz="2800" spc="200" dirty="0" smtClean="0">
                <a:solidFill>
                  <a:schemeClr val="tx1"/>
                </a:solidFill>
                <a:cs typeface="+mn-ea"/>
                <a:sym typeface="+mn-lt"/>
              </a:rPr>
              <a:t>Drif-Free      Dual-N-N</a:t>
            </a:r>
            <a:r>
              <a:rPr lang="zh-CN" altLang="en-US" sz="2800" spc="200" dirty="0" smtClean="0">
                <a:solidFill>
                  <a:schemeClr val="tx1"/>
                </a:solidFill>
                <a:cs typeface="+mn-ea"/>
                <a:sym typeface="+mn-lt"/>
              </a:rPr>
              <a:t>结合</a:t>
            </a:r>
            <a:endParaRPr lang="zh-CN" altLang="en-US" sz="2800" spc="200" dirty="0" smtClean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>
                <a:cs typeface="+mn-ea"/>
                <a:sym typeface="+mn-lt"/>
              </a:rPr>
              <a:t>重复运动无</a:t>
            </a:r>
            <a:r>
              <a:rPr lang="zh-CN" altLang="en-US">
                <a:cs typeface="+mn-ea"/>
                <a:sym typeface="+mn-lt"/>
              </a:rPr>
              <a:t>漂移</a:t>
            </a:r>
            <a:endParaRPr lang="zh-CN" altLang="en-US">
              <a:cs typeface="+mn-ea"/>
              <a:sym typeface="+mn-lt"/>
            </a:endParaRPr>
          </a:p>
          <a:p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0" y="1597660"/>
            <a:ext cx="5943600" cy="14287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09295" y="3207385"/>
            <a:ext cx="5808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设计一个最小优化项附属于下方真目的，</a:t>
            </a:r>
            <a:r>
              <a:rPr lang="en-US" altLang="zh-CN"/>
              <a:t>z</a:t>
            </a:r>
            <a:r>
              <a:rPr lang="zh-CN" altLang="en-US"/>
              <a:t>用来拉回偏离</a:t>
            </a:r>
            <a:r>
              <a:rPr lang="zh-CN" altLang="en-US"/>
              <a:t>角度。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0" y="3896360"/>
            <a:ext cx="3257550" cy="4286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09295" y="4406900"/>
            <a:ext cx="433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巧妙地将</a:t>
            </a:r>
            <a:r>
              <a:rPr lang="en-US" altLang="zh-CN"/>
              <a:t>theta</a:t>
            </a:r>
            <a:r>
              <a:rPr lang="zh-CN" altLang="en-US"/>
              <a:t>控制在限度范围</a:t>
            </a:r>
            <a:r>
              <a:rPr lang="zh-CN" altLang="en-US"/>
              <a:t>内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5" y="4857115"/>
            <a:ext cx="2419350" cy="382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5591175"/>
            <a:ext cx="4933950" cy="323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74059" y="134471"/>
            <a:ext cx="81354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1E437A"/>
                </a:solidFill>
                <a:cs typeface="+mn-ea"/>
                <a:sym typeface="+mn-lt"/>
              </a:rPr>
              <a:t>ZNN</a:t>
            </a:r>
            <a:r>
              <a:rPr lang="zh-CN" altLang="en-US" sz="2800" b="1" dirty="0">
                <a:solidFill>
                  <a:srgbClr val="1E437A"/>
                </a:solidFill>
                <a:cs typeface="+mn-ea"/>
                <a:sym typeface="+mn-lt"/>
              </a:rPr>
              <a:t>与</a:t>
            </a:r>
            <a:r>
              <a:rPr lang="en-US" altLang="zh-CN" sz="2800" b="1" dirty="0">
                <a:solidFill>
                  <a:srgbClr val="1E437A"/>
                </a:solidFill>
                <a:cs typeface="+mn-ea"/>
                <a:sym typeface="+mn-lt"/>
              </a:rPr>
              <a:t>QP</a:t>
            </a:r>
            <a:endParaRPr lang="en-US" altLang="zh-CN" sz="2800" b="1" dirty="0">
              <a:solidFill>
                <a:srgbClr val="1E437A"/>
              </a:solidFill>
              <a:cs typeface="+mn-ea"/>
              <a:sym typeface="+mn-lt"/>
            </a:endParaRPr>
          </a:p>
        </p:txBody>
      </p:sp>
      <p:pic>
        <p:nvPicPr>
          <p:cNvPr id="3" name="内容占位符 2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633730" y="1079500"/>
            <a:ext cx="3019425" cy="685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70" y="1765300"/>
            <a:ext cx="1574800" cy="803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" y="3605530"/>
            <a:ext cx="4201795" cy="12941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04545" y="2960370"/>
            <a:ext cx="5937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将目标函数和约束条件构造成拉格朗日函数，对</a:t>
            </a:r>
            <a:r>
              <a:rPr lang="en-US" altLang="zh-CN"/>
              <a:t>theta</a:t>
            </a:r>
            <a:r>
              <a:rPr lang="zh-CN" altLang="en-US"/>
              <a:t>和</a:t>
            </a:r>
            <a:r>
              <a:rPr lang="en-US" altLang="zh-CN"/>
              <a:t>remada</a:t>
            </a:r>
            <a:r>
              <a:rPr lang="zh-CN" altLang="en-US"/>
              <a:t>分别求偏导得到下列无约束</a:t>
            </a:r>
            <a:r>
              <a:rPr lang="zh-CN" altLang="en-US"/>
              <a:t>方程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355080" y="961390"/>
            <a:ext cx="3303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然后就是</a:t>
            </a:r>
            <a:r>
              <a:rPr lang="en-US" altLang="zh-CN"/>
              <a:t>ZNN</a:t>
            </a:r>
            <a:r>
              <a:rPr lang="zh-CN" altLang="en-US"/>
              <a:t>的常规</a:t>
            </a:r>
            <a:r>
              <a:rPr lang="zh-CN" altLang="en-US"/>
              <a:t>操作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535" y="1414780"/>
            <a:ext cx="2181225" cy="476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022475"/>
            <a:ext cx="2133600" cy="476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74059" y="134471"/>
            <a:ext cx="81354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1E437A"/>
                </a:solidFill>
                <a:cs typeface="+mn-ea"/>
                <a:sym typeface="+mn-lt"/>
              </a:rPr>
              <a:t>DLCCZNN</a:t>
            </a:r>
            <a:r>
              <a:rPr lang="zh-CN" altLang="en-US" sz="2800" b="1" dirty="0">
                <a:solidFill>
                  <a:srgbClr val="1E437A"/>
                </a:solidFill>
                <a:cs typeface="+mn-ea"/>
                <a:sym typeface="+mn-lt"/>
              </a:rPr>
              <a:t>与</a:t>
            </a:r>
            <a:r>
              <a:rPr lang="en-US" altLang="zh-CN" sz="2800" b="1" dirty="0">
                <a:solidFill>
                  <a:srgbClr val="1E437A"/>
                </a:solidFill>
                <a:cs typeface="+mn-ea"/>
                <a:sym typeface="+mn-lt"/>
              </a:rPr>
              <a:t>QP</a:t>
            </a:r>
            <a:endParaRPr lang="en-US" altLang="zh-CN" sz="2800" b="1" dirty="0">
              <a:solidFill>
                <a:srgbClr val="1E437A"/>
              </a:solidFill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915670"/>
            <a:ext cx="5943600" cy="14287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" y="3105150"/>
            <a:ext cx="1581150" cy="3238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" y="4438650"/>
            <a:ext cx="2466975" cy="4286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99465" y="5013325"/>
            <a:ext cx="5708015" cy="5467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55" y="3665855"/>
            <a:ext cx="3533775" cy="5905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155" y="2771775"/>
            <a:ext cx="2181225" cy="4762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9475" y="915670"/>
            <a:ext cx="3496945" cy="107696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4495" y="3248025"/>
            <a:ext cx="2133600" cy="4762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301740" y="4159885"/>
            <a:ext cx="3680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整体思想与</a:t>
            </a:r>
            <a:r>
              <a:rPr lang="en-US" altLang="zh-CN"/>
              <a:t>ZNN</a:t>
            </a:r>
            <a:r>
              <a:rPr lang="zh-CN" altLang="en-US"/>
              <a:t>类似，就看约束条件选择哪一个</a:t>
            </a:r>
            <a:r>
              <a:rPr lang="zh-CN" altLang="en-US"/>
              <a:t>了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cs typeface="+mn-ea"/>
              <a:sym typeface="+mn-lt"/>
            </a:endParaRPr>
          </a:p>
        </p:txBody>
      </p:sp>
      <p:sp>
        <p:nvSpPr>
          <p:cNvPr id="10" name="文本占位符 6"/>
          <p:cNvSpPr txBox="1"/>
          <p:nvPr/>
        </p:nvSpPr>
        <p:spPr>
          <a:xfrm>
            <a:off x="2091083" y="1736171"/>
            <a:ext cx="8505372" cy="7531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8000" b="1" dirty="0" smtClean="0">
                <a:solidFill>
                  <a:srgbClr val="1E437A"/>
                </a:solidFill>
                <a:cs typeface="+mn-ea"/>
                <a:sym typeface="+mn-lt"/>
              </a:rPr>
              <a:t>谢谢大家！</a:t>
            </a:r>
            <a:endParaRPr lang="zh-CN" altLang="en-US" sz="8000" b="1" dirty="0">
              <a:solidFill>
                <a:srgbClr val="1E437A"/>
              </a:solidFill>
              <a:cs typeface="+mn-ea"/>
              <a:sym typeface="+mn-lt"/>
            </a:endParaRPr>
          </a:p>
        </p:txBody>
      </p:sp>
      <p:sp>
        <p:nvSpPr>
          <p:cNvPr id="12" name="文本占位符 5"/>
          <p:cNvSpPr txBox="1"/>
          <p:nvPr/>
        </p:nvSpPr>
        <p:spPr>
          <a:xfrm>
            <a:off x="6343769" y="3229026"/>
            <a:ext cx="1977154" cy="444660"/>
          </a:xfrm>
          <a:prstGeom prst="roundRect">
            <a:avLst>
              <a:gd name="adj" fmla="val 50000"/>
            </a:avLst>
          </a:prstGeom>
          <a:solidFill>
            <a:srgbClr val="89CE56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mtClean="0">
                <a:solidFill>
                  <a:schemeClr val="bg1"/>
                </a:solidFill>
                <a:cs typeface="+mn-ea"/>
                <a:sym typeface="+mn-lt"/>
              </a:rPr>
              <a:t>时间：</a:t>
            </a:r>
            <a:r>
              <a:rPr lang="en-US" altLang="zh-CN" smtClean="0">
                <a:solidFill>
                  <a:schemeClr val="bg1"/>
                </a:solidFill>
                <a:cs typeface="+mn-ea"/>
                <a:sym typeface="+mn-lt"/>
              </a:rPr>
              <a:t>3.19</a:t>
            </a:r>
            <a:endParaRPr lang="en-US" altLang="zh-CN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占位符 8"/>
          <p:cNvSpPr txBox="1"/>
          <p:nvPr/>
        </p:nvSpPr>
        <p:spPr>
          <a:xfrm>
            <a:off x="4095893" y="3229026"/>
            <a:ext cx="1977154" cy="444660"/>
          </a:xfrm>
          <a:prstGeom prst="roundRect">
            <a:avLst>
              <a:gd name="adj" fmla="val 50000"/>
            </a:avLst>
          </a:prstGeom>
          <a:solidFill>
            <a:srgbClr val="89CE56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 smtClean="0">
                <a:solidFill>
                  <a:schemeClr val="bg1"/>
                </a:solidFill>
                <a:cs typeface="+mn-ea"/>
                <a:sym typeface="+mn-lt"/>
              </a:rPr>
              <a:t>汇报人：</a:t>
            </a:r>
            <a:r>
              <a:rPr lang="zh-CN" altLang="en-US" dirty="0" smtClean="0">
                <a:solidFill>
                  <a:schemeClr val="bg1"/>
                </a:solidFill>
                <a:cs typeface="+mn-ea"/>
                <a:sym typeface="+mn-lt"/>
              </a:rPr>
              <a:t>李雨轩</a:t>
            </a:r>
            <a:endParaRPr lang="zh-CN" altLang="en-US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335" y="594193"/>
            <a:ext cx="2434654" cy="686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A6S0wzOvQ8a50SA42PUNRg"/>
</p:tagLst>
</file>

<file path=ppt/tags/tag3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4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5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6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7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8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9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10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11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12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13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14.xml><?xml version="1.0" encoding="utf-8"?>
<p:tagLst xmlns:p="http://schemas.openxmlformats.org/presentationml/2006/main">
  <p:tag name="KSO_WM_DIAGRAM_VIRTUALLY_FRAME" val="{&quot;height&quot;:345.79488188976376,&quot;left&quot;:120.47228346456681,&quot;top&quot;:120.49417322834645,&quot;width&quot;:406.30944881889775}"/>
</p:tagLst>
</file>

<file path=ppt/tags/tag15.xml><?xml version="1.0" encoding="utf-8"?>
<p:tagLst xmlns:p="http://schemas.openxmlformats.org/presentationml/2006/main">
  <p:tag name="THINKCELLSHAPEDONOTDELETE" val="thinkcellActiveDocDoNotDelete"/>
</p:tagLst>
</file>

<file path=ppt/tags/tag16.xml><?xml version="1.0" encoding="utf-8"?>
<p:tagLst xmlns:p="http://schemas.openxmlformats.org/presentationml/2006/main">
  <p:tag name="THINKCELLSHAPEDONOTDELETE" val="tA6S0wzOvQ8a50SA42PUNRg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0sgmy4m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WPS 演示</Application>
  <PresentationFormat>宽屏</PresentationFormat>
  <Paragraphs>56</Paragraphs>
  <Slides>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TCLayout.ActiveDocument.1</vt:lpstr>
      <vt:lpstr>TCLayout.ActiveDocument.1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SWJTU</dc:creator>
  <cp:lastModifiedBy>睿智飞扬</cp:lastModifiedBy>
  <cp:revision>9</cp:revision>
  <dcterms:created xsi:type="dcterms:W3CDTF">2019-12-25T11:25:00Z</dcterms:created>
  <dcterms:modified xsi:type="dcterms:W3CDTF">2026-03-19T16:15:27Z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74D134C6913F4066B862619447651F45_12</vt:lpwstr>
  </property>
</Properties>
</file>